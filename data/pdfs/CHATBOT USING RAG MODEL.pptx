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58" r:id="rId5"/>
    <p:sldId id="260" r:id="rId6"/>
    <p:sldId id="267" r:id="rId7"/>
    <p:sldId id="268" r:id="rId8"/>
    <p:sldId id="261" r:id="rId9"/>
    <p:sldId id="265" r:id="rId10"/>
    <p:sldId id="262" r:id="rId11"/>
    <p:sldId id="263" r:id="rId12"/>
    <p:sldId id="264"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3" d="100"/>
          <a:sy n="63" d="100"/>
        </p:scale>
        <p:origin x="80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332788-CFF2-440E-95FF-5A5E0869F15F}" type="doc">
      <dgm:prSet loTypeId="urn:microsoft.com/office/officeart/2005/8/layout/default" loCatId="list" qsTypeId="urn:microsoft.com/office/officeart/2005/8/quickstyle/simple4" qsCatId="simple" csTypeId="urn:microsoft.com/office/officeart/2005/8/colors/colorful1" csCatId="colorful"/>
      <dgm:spPr/>
      <dgm:t>
        <a:bodyPr/>
        <a:lstStyle/>
        <a:p>
          <a:endParaRPr lang="en-US"/>
        </a:p>
      </dgm:t>
    </dgm:pt>
    <dgm:pt modelId="{F477A121-C3EB-44D9-8728-619AE11DF9B3}">
      <dgm:prSet/>
      <dgm:spPr/>
      <dgm:t>
        <a:bodyPr/>
        <a:lstStyle/>
        <a:p>
          <a:r>
            <a:rPr lang="en-US"/>
            <a:t>INTRODUCTION</a:t>
          </a:r>
        </a:p>
      </dgm:t>
    </dgm:pt>
    <dgm:pt modelId="{5478427D-B854-4BF4-9D6E-367BA4787E0D}" type="parTrans" cxnId="{E7042E49-5AEF-4B63-8902-668C98463B49}">
      <dgm:prSet/>
      <dgm:spPr/>
      <dgm:t>
        <a:bodyPr/>
        <a:lstStyle/>
        <a:p>
          <a:endParaRPr lang="en-US"/>
        </a:p>
      </dgm:t>
    </dgm:pt>
    <dgm:pt modelId="{A531173F-BDFA-4471-B0A2-F25C3212132A}" type="sibTrans" cxnId="{E7042E49-5AEF-4B63-8902-668C98463B49}">
      <dgm:prSet/>
      <dgm:spPr/>
      <dgm:t>
        <a:bodyPr/>
        <a:lstStyle/>
        <a:p>
          <a:endParaRPr lang="en-US"/>
        </a:p>
      </dgm:t>
    </dgm:pt>
    <dgm:pt modelId="{1A366F31-9471-4958-94D1-67051C89F0B2}">
      <dgm:prSet/>
      <dgm:spPr/>
      <dgm:t>
        <a:bodyPr/>
        <a:lstStyle/>
        <a:p>
          <a:r>
            <a:rPr lang="en-US"/>
            <a:t>ABSTRACT</a:t>
          </a:r>
        </a:p>
      </dgm:t>
    </dgm:pt>
    <dgm:pt modelId="{F9ADAB49-519D-4989-AC14-4BBB6E39B926}" type="parTrans" cxnId="{BA8CCB7B-9625-4E53-8DE3-0BF9DBBE76BF}">
      <dgm:prSet/>
      <dgm:spPr/>
      <dgm:t>
        <a:bodyPr/>
        <a:lstStyle/>
        <a:p>
          <a:endParaRPr lang="en-US"/>
        </a:p>
      </dgm:t>
    </dgm:pt>
    <dgm:pt modelId="{D9121889-B6F6-457F-BB29-D17969424C82}" type="sibTrans" cxnId="{BA8CCB7B-9625-4E53-8DE3-0BF9DBBE76BF}">
      <dgm:prSet/>
      <dgm:spPr/>
      <dgm:t>
        <a:bodyPr/>
        <a:lstStyle/>
        <a:p>
          <a:endParaRPr lang="en-US"/>
        </a:p>
      </dgm:t>
    </dgm:pt>
    <dgm:pt modelId="{81C4564D-A157-4B5D-9798-1E2844CEA4E9}">
      <dgm:prSet/>
      <dgm:spPr/>
      <dgm:t>
        <a:bodyPr/>
        <a:lstStyle/>
        <a:p>
          <a:r>
            <a:rPr lang="en-US"/>
            <a:t>PROBLEM STATEMENT</a:t>
          </a:r>
        </a:p>
      </dgm:t>
    </dgm:pt>
    <dgm:pt modelId="{CC98447F-CB41-4EEC-8E5F-70FB9957DA20}" type="parTrans" cxnId="{33CD0636-681D-4E84-871E-0049649207C6}">
      <dgm:prSet/>
      <dgm:spPr/>
      <dgm:t>
        <a:bodyPr/>
        <a:lstStyle/>
        <a:p>
          <a:endParaRPr lang="en-US"/>
        </a:p>
      </dgm:t>
    </dgm:pt>
    <dgm:pt modelId="{F60676F6-A78C-4B9B-B61B-CDF51EF56FC7}" type="sibTrans" cxnId="{33CD0636-681D-4E84-871E-0049649207C6}">
      <dgm:prSet/>
      <dgm:spPr/>
      <dgm:t>
        <a:bodyPr/>
        <a:lstStyle/>
        <a:p>
          <a:endParaRPr lang="en-US"/>
        </a:p>
      </dgm:t>
    </dgm:pt>
    <dgm:pt modelId="{DDA92B8C-3ADB-4DAE-BC66-6AC5768B5034}">
      <dgm:prSet/>
      <dgm:spPr/>
      <dgm:t>
        <a:bodyPr/>
        <a:lstStyle/>
        <a:p>
          <a:r>
            <a:rPr lang="en-US"/>
            <a:t>IMPLEMENTATION</a:t>
          </a:r>
        </a:p>
      </dgm:t>
    </dgm:pt>
    <dgm:pt modelId="{BBD5D355-1EB2-48B2-8B86-50D8BFD2F378}" type="parTrans" cxnId="{95E414C7-B3B1-492A-8651-6E612EDA5CD4}">
      <dgm:prSet/>
      <dgm:spPr/>
      <dgm:t>
        <a:bodyPr/>
        <a:lstStyle/>
        <a:p>
          <a:endParaRPr lang="en-US"/>
        </a:p>
      </dgm:t>
    </dgm:pt>
    <dgm:pt modelId="{CF0734CD-3D26-4837-BA10-4FB85DC55181}" type="sibTrans" cxnId="{95E414C7-B3B1-492A-8651-6E612EDA5CD4}">
      <dgm:prSet/>
      <dgm:spPr/>
      <dgm:t>
        <a:bodyPr/>
        <a:lstStyle/>
        <a:p>
          <a:endParaRPr lang="en-US"/>
        </a:p>
      </dgm:t>
    </dgm:pt>
    <dgm:pt modelId="{A0901C8F-4AD2-41ED-B8AF-BD902646B00E}">
      <dgm:prSet/>
      <dgm:spPr/>
      <dgm:t>
        <a:bodyPr/>
        <a:lstStyle/>
        <a:p>
          <a:r>
            <a:rPr lang="en-US"/>
            <a:t>STANDARDS ADOPTED </a:t>
          </a:r>
        </a:p>
      </dgm:t>
    </dgm:pt>
    <dgm:pt modelId="{F84E2ED4-8B78-4386-B031-6EAC792307BC}" type="parTrans" cxnId="{A2291431-0700-4728-8943-ED9073EB62ED}">
      <dgm:prSet/>
      <dgm:spPr/>
      <dgm:t>
        <a:bodyPr/>
        <a:lstStyle/>
        <a:p>
          <a:endParaRPr lang="en-US"/>
        </a:p>
      </dgm:t>
    </dgm:pt>
    <dgm:pt modelId="{3D93A2B3-6A7A-488B-B1EF-8E022A6AAE40}" type="sibTrans" cxnId="{A2291431-0700-4728-8943-ED9073EB62ED}">
      <dgm:prSet/>
      <dgm:spPr/>
      <dgm:t>
        <a:bodyPr/>
        <a:lstStyle/>
        <a:p>
          <a:endParaRPr lang="en-US"/>
        </a:p>
      </dgm:t>
    </dgm:pt>
    <dgm:pt modelId="{79CB2AB7-6279-4BC0-BDF3-11CE65FF8412}">
      <dgm:prSet/>
      <dgm:spPr/>
      <dgm:t>
        <a:bodyPr/>
        <a:lstStyle/>
        <a:p>
          <a:r>
            <a:rPr lang="en-US"/>
            <a:t>FUTURE SCOPE </a:t>
          </a:r>
        </a:p>
      </dgm:t>
    </dgm:pt>
    <dgm:pt modelId="{D70954ED-7FD5-4481-8176-F19E83B2CA66}" type="parTrans" cxnId="{EEAA32A4-6F51-471D-99E1-90FA20DF621B}">
      <dgm:prSet/>
      <dgm:spPr/>
      <dgm:t>
        <a:bodyPr/>
        <a:lstStyle/>
        <a:p>
          <a:endParaRPr lang="en-US"/>
        </a:p>
      </dgm:t>
    </dgm:pt>
    <dgm:pt modelId="{A09A81B1-EBC2-46D0-A949-1035EBF65D97}" type="sibTrans" cxnId="{EEAA32A4-6F51-471D-99E1-90FA20DF621B}">
      <dgm:prSet/>
      <dgm:spPr/>
      <dgm:t>
        <a:bodyPr/>
        <a:lstStyle/>
        <a:p>
          <a:endParaRPr lang="en-US"/>
        </a:p>
      </dgm:t>
    </dgm:pt>
    <dgm:pt modelId="{E93CDDB4-46F8-428E-A990-7390CC7D4A03}">
      <dgm:prSet/>
      <dgm:spPr/>
      <dgm:t>
        <a:bodyPr/>
        <a:lstStyle/>
        <a:p>
          <a:r>
            <a:rPr lang="en-US"/>
            <a:t>CONCLUSION</a:t>
          </a:r>
        </a:p>
      </dgm:t>
    </dgm:pt>
    <dgm:pt modelId="{7F834C85-00C2-4D66-B8D6-8DC5860C5B8B}" type="parTrans" cxnId="{A759A13C-02B8-4717-8281-2B5E4546E185}">
      <dgm:prSet/>
      <dgm:spPr/>
      <dgm:t>
        <a:bodyPr/>
        <a:lstStyle/>
        <a:p>
          <a:endParaRPr lang="en-US"/>
        </a:p>
      </dgm:t>
    </dgm:pt>
    <dgm:pt modelId="{8964E3C0-7C67-4834-8C2A-7502BA0DB61E}" type="sibTrans" cxnId="{A759A13C-02B8-4717-8281-2B5E4546E185}">
      <dgm:prSet/>
      <dgm:spPr/>
      <dgm:t>
        <a:bodyPr/>
        <a:lstStyle/>
        <a:p>
          <a:endParaRPr lang="en-US"/>
        </a:p>
      </dgm:t>
    </dgm:pt>
    <dgm:pt modelId="{941FD5F7-6399-4A69-9F00-D6C4DDCA7162}" type="pres">
      <dgm:prSet presAssocID="{14332788-CFF2-440E-95FF-5A5E0869F15F}" presName="diagram" presStyleCnt="0">
        <dgm:presLayoutVars>
          <dgm:dir/>
          <dgm:resizeHandles val="exact"/>
        </dgm:presLayoutVars>
      </dgm:prSet>
      <dgm:spPr/>
      <dgm:t>
        <a:bodyPr/>
        <a:lstStyle/>
        <a:p>
          <a:endParaRPr lang="en-US"/>
        </a:p>
      </dgm:t>
    </dgm:pt>
    <dgm:pt modelId="{DFEA8FC0-4F65-46C5-94BE-E064DFE99393}" type="pres">
      <dgm:prSet presAssocID="{F477A121-C3EB-44D9-8728-619AE11DF9B3}" presName="node" presStyleLbl="node1" presStyleIdx="0" presStyleCnt="7">
        <dgm:presLayoutVars>
          <dgm:bulletEnabled val="1"/>
        </dgm:presLayoutVars>
      </dgm:prSet>
      <dgm:spPr/>
      <dgm:t>
        <a:bodyPr/>
        <a:lstStyle/>
        <a:p>
          <a:endParaRPr lang="en-US"/>
        </a:p>
      </dgm:t>
    </dgm:pt>
    <dgm:pt modelId="{BA003861-236A-4164-9421-BFEF9EE6CFF5}" type="pres">
      <dgm:prSet presAssocID="{A531173F-BDFA-4471-B0A2-F25C3212132A}" presName="sibTrans" presStyleCnt="0"/>
      <dgm:spPr/>
    </dgm:pt>
    <dgm:pt modelId="{4C237D15-7790-46F3-AED9-E24820BE4909}" type="pres">
      <dgm:prSet presAssocID="{1A366F31-9471-4958-94D1-67051C89F0B2}" presName="node" presStyleLbl="node1" presStyleIdx="1" presStyleCnt="7">
        <dgm:presLayoutVars>
          <dgm:bulletEnabled val="1"/>
        </dgm:presLayoutVars>
      </dgm:prSet>
      <dgm:spPr/>
      <dgm:t>
        <a:bodyPr/>
        <a:lstStyle/>
        <a:p>
          <a:endParaRPr lang="en-US"/>
        </a:p>
      </dgm:t>
    </dgm:pt>
    <dgm:pt modelId="{218BC2C5-F6FF-49E7-930E-0304A94475D5}" type="pres">
      <dgm:prSet presAssocID="{D9121889-B6F6-457F-BB29-D17969424C82}" presName="sibTrans" presStyleCnt="0"/>
      <dgm:spPr/>
    </dgm:pt>
    <dgm:pt modelId="{B35CE0FD-8970-4F34-9CBF-AD2EEBB7A4A1}" type="pres">
      <dgm:prSet presAssocID="{81C4564D-A157-4B5D-9798-1E2844CEA4E9}" presName="node" presStyleLbl="node1" presStyleIdx="2" presStyleCnt="7">
        <dgm:presLayoutVars>
          <dgm:bulletEnabled val="1"/>
        </dgm:presLayoutVars>
      </dgm:prSet>
      <dgm:spPr/>
      <dgm:t>
        <a:bodyPr/>
        <a:lstStyle/>
        <a:p>
          <a:endParaRPr lang="en-US"/>
        </a:p>
      </dgm:t>
    </dgm:pt>
    <dgm:pt modelId="{25E17D64-185B-44F2-966F-475B0B568ABD}" type="pres">
      <dgm:prSet presAssocID="{F60676F6-A78C-4B9B-B61B-CDF51EF56FC7}" presName="sibTrans" presStyleCnt="0"/>
      <dgm:spPr/>
    </dgm:pt>
    <dgm:pt modelId="{F89B5032-2CDC-4BC8-9546-63EF050976F8}" type="pres">
      <dgm:prSet presAssocID="{DDA92B8C-3ADB-4DAE-BC66-6AC5768B5034}" presName="node" presStyleLbl="node1" presStyleIdx="3" presStyleCnt="7">
        <dgm:presLayoutVars>
          <dgm:bulletEnabled val="1"/>
        </dgm:presLayoutVars>
      </dgm:prSet>
      <dgm:spPr/>
      <dgm:t>
        <a:bodyPr/>
        <a:lstStyle/>
        <a:p>
          <a:endParaRPr lang="en-US"/>
        </a:p>
      </dgm:t>
    </dgm:pt>
    <dgm:pt modelId="{F72BDF5F-9AC1-437C-9670-B9ED4E94F16C}" type="pres">
      <dgm:prSet presAssocID="{CF0734CD-3D26-4837-BA10-4FB85DC55181}" presName="sibTrans" presStyleCnt="0"/>
      <dgm:spPr/>
    </dgm:pt>
    <dgm:pt modelId="{1DF6048A-4FA1-45B5-9720-16CB269D44CC}" type="pres">
      <dgm:prSet presAssocID="{A0901C8F-4AD2-41ED-B8AF-BD902646B00E}" presName="node" presStyleLbl="node1" presStyleIdx="4" presStyleCnt="7">
        <dgm:presLayoutVars>
          <dgm:bulletEnabled val="1"/>
        </dgm:presLayoutVars>
      </dgm:prSet>
      <dgm:spPr/>
      <dgm:t>
        <a:bodyPr/>
        <a:lstStyle/>
        <a:p>
          <a:endParaRPr lang="en-US"/>
        </a:p>
      </dgm:t>
    </dgm:pt>
    <dgm:pt modelId="{E69A5168-1923-46AE-B521-18FFCAE4C602}" type="pres">
      <dgm:prSet presAssocID="{3D93A2B3-6A7A-488B-B1EF-8E022A6AAE40}" presName="sibTrans" presStyleCnt="0"/>
      <dgm:spPr/>
    </dgm:pt>
    <dgm:pt modelId="{CCE5F42B-17CF-431C-A05F-6C209C2E995B}" type="pres">
      <dgm:prSet presAssocID="{79CB2AB7-6279-4BC0-BDF3-11CE65FF8412}" presName="node" presStyleLbl="node1" presStyleIdx="5" presStyleCnt="7">
        <dgm:presLayoutVars>
          <dgm:bulletEnabled val="1"/>
        </dgm:presLayoutVars>
      </dgm:prSet>
      <dgm:spPr/>
      <dgm:t>
        <a:bodyPr/>
        <a:lstStyle/>
        <a:p>
          <a:endParaRPr lang="en-US"/>
        </a:p>
      </dgm:t>
    </dgm:pt>
    <dgm:pt modelId="{0F744F97-E84A-41B3-8FC9-23F7C6F7C922}" type="pres">
      <dgm:prSet presAssocID="{A09A81B1-EBC2-46D0-A949-1035EBF65D97}" presName="sibTrans" presStyleCnt="0"/>
      <dgm:spPr/>
    </dgm:pt>
    <dgm:pt modelId="{6BB3DF5A-9D48-4B87-860E-09CDF7608EA6}" type="pres">
      <dgm:prSet presAssocID="{E93CDDB4-46F8-428E-A990-7390CC7D4A03}" presName="node" presStyleLbl="node1" presStyleIdx="6" presStyleCnt="7">
        <dgm:presLayoutVars>
          <dgm:bulletEnabled val="1"/>
        </dgm:presLayoutVars>
      </dgm:prSet>
      <dgm:spPr/>
      <dgm:t>
        <a:bodyPr/>
        <a:lstStyle/>
        <a:p>
          <a:endParaRPr lang="en-US"/>
        </a:p>
      </dgm:t>
    </dgm:pt>
  </dgm:ptLst>
  <dgm:cxnLst>
    <dgm:cxn modelId="{DB0D79D2-409F-4B65-89CB-DE04ACB18F1E}" type="presOf" srcId="{DDA92B8C-3ADB-4DAE-BC66-6AC5768B5034}" destId="{F89B5032-2CDC-4BC8-9546-63EF050976F8}" srcOrd="0" destOrd="0" presId="urn:microsoft.com/office/officeart/2005/8/layout/default"/>
    <dgm:cxn modelId="{E6F609AC-5AB7-42BB-8769-04799AC1B01A}" type="presOf" srcId="{81C4564D-A157-4B5D-9798-1E2844CEA4E9}" destId="{B35CE0FD-8970-4F34-9CBF-AD2EEBB7A4A1}" srcOrd="0" destOrd="0" presId="urn:microsoft.com/office/officeart/2005/8/layout/default"/>
    <dgm:cxn modelId="{6AB5F079-EB2A-4D02-983B-6668FC5A3B48}" type="presOf" srcId="{F477A121-C3EB-44D9-8728-619AE11DF9B3}" destId="{DFEA8FC0-4F65-46C5-94BE-E064DFE99393}" srcOrd="0" destOrd="0" presId="urn:microsoft.com/office/officeart/2005/8/layout/default"/>
    <dgm:cxn modelId="{91124669-02B6-45D3-A212-63515F8E7DDA}" type="presOf" srcId="{A0901C8F-4AD2-41ED-B8AF-BD902646B00E}" destId="{1DF6048A-4FA1-45B5-9720-16CB269D44CC}" srcOrd="0" destOrd="0" presId="urn:microsoft.com/office/officeart/2005/8/layout/default"/>
    <dgm:cxn modelId="{E7042E49-5AEF-4B63-8902-668C98463B49}" srcId="{14332788-CFF2-440E-95FF-5A5E0869F15F}" destId="{F477A121-C3EB-44D9-8728-619AE11DF9B3}" srcOrd="0" destOrd="0" parTransId="{5478427D-B854-4BF4-9D6E-367BA4787E0D}" sibTransId="{A531173F-BDFA-4471-B0A2-F25C3212132A}"/>
    <dgm:cxn modelId="{7C7BD507-9483-44BA-880A-F3B196BF8DA7}" type="presOf" srcId="{79CB2AB7-6279-4BC0-BDF3-11CE65FF8412}" destId="{CCE5F42B-17CF-431C-A05F-6C209C2E995B}" srcOrd="0" destOrd="0" presId="urn:microsoft.com/office/officeart/2005/8/layout/default"/>
    <dgm:cxn modelId="{95E414C7-B3B1-492A-8651-6E612EDA5CD4}" srcId="{14332788-CFF2-440E-95FF-5A5E0869F15F}" destId="{DDA92B8C-3ADB-4DAE-BC66-6AC5768B5034}" srcOrd="3" destOrd="0" parTransId="{BBD5D355-1EB2-48B2-8B86-50D8BFD2F378}" sibTransId="{CF0734CD-3D26-4837-BA10-4FB85DC55181}"/>
    <dgm:cxn modelId="{BA8CCB7B-9625-4E53-8DE3-0BF9DBBE76BF}" srcId="{14332788-CFF2-440E-95FF-5A5E0869F15F}" destId="{1A366F31-9471-4958-94D1-67051C89F0B2}" srcOrd="1" destOrd="0" parTransId="{F9ADAB49-519D-4989-AC14-4BBB6E39B926}" sibTransId="{D9121889-B6F6-457F-BB29-D17969424C82}"/>
    <dgm:cxn modelId="{4264B045-3286-4463-BFC0-ACAFFB982697}" type="presOf" srcId="{14332788-CFF2-440E-95FF-5A5E0869F15F}" destId="{941FD5F7-6399-4A69-9F00-D6C4DDCA7162}" srcOrd="0" destOrd="0" presId="urn:microsoft.com/office/officeart/2005/8/layout/default"/>
    <dgm:cxn modelId="{A759A13C-02B8-4717-8281-2B5E4546E185}" srcId="{14332788-CFF2-440E-95FF-5A5E0869F15F}" destId="{E93CDDB4-46F8-428E-A990-7390CC7D4A03}" srcOrd="6" destOrd="0" parTransId="{7F834C85-00C2-4D66-B8D6-8DC5860C5B8B}" sibTransId="{8964E3C0-7C67-4834-8C2A-7502BA0DB61E}"/>
    <dgm:cxn modelId="{EEAA32A4-6F51-471D-99E1-90FA20DF621B}" srcId="{14332788-CFF2-440E-95FF-5A5E0869F15F}" destId="{79CB2AB7-6279-4BC0-BDF3-11CE65FF8412}" srcOrd="5" destOrd="0" parTransId="{D70954ED-7FD5-4481-8176-F19E83B2CA66}" sibTransId="{A09A81B1-EBC2-46D0-A949-1035EBF65D97}"/>
    <dgm:cxn modelId="{33CD0636-681D-4E84-871E-0049649207C6}" srcId="{14332788-CFF2-440E-95FF-5A5E0869F15F}" destId="{81C4564D-A157-4B5D-9798-1E2844CEA4E9}" srcOrd="2" destOrd="0" parTransId="{CC98447F-CB41-4EEC-8E5F-70FB9957DA20}" sibTransId="{F60676F6-A78C-4B9B-B61B-CDF51EF56FC7}"/>
    <dgm:cxn modelId="{836301F1-A2C5-4E00-ABCA-A51C42318353}" type="presOf" srcId="{E93CDDB4-46F8-428E-A990-7390CC7D4A03}" destId="{6BB3DF5A-9D48-4B87-860E-09CDF7608EA6}" srcOrd="0" destOrd="0" presId="urn:microsoft.com/office/officeart/2005/8/layout/default"/>
    <dgm:cxn modelId="{C15EC3D1-3591-4F32-923E-4164BFB9D0D3}" type="presOf" srcId="{1A366F31-9471-4958-94D1-67051C89F0B2}" destId="{4C237D15-7790-46F3-AED9-E24820BE4909}" srcOrd="0" destOrd="0" presId="urn:microsoft.com/office/officeart/2005/8/layout/default"/>
    <dgm:cxn modelId="{A2291431-0700-4728-8943-ED9073EB62ED}" srcId="{14332788-CFF2-440E-95FF-5A5E0869F15F}" destId="{A0901C8F-4AD2-41ED-B8AF-BD902646B00E}" srcOrd="4" destOrd="0" parTransId="{F84E2ED4-8B78-4386-B031-6EAC792307BC}" sibTransId="{3D93A2B3-6A7A-488B-B1EF-8E022A6AAE40}"/>
    <dgm:cxn modelId="{06F4EC7F-E108-4BFA-9411-3372EFAA7224}" type="presParOf" srcId="{941FD5F7-6399-4A69-9F00-D6C4DDCA7162}" destId="{DFEA8FC0-4F65-46C5-94BE-E064DFE99393}" srcOrd="0" destOrd="0" presId="urn:microsoft.com/office/officeart/2005/8/layout/default"/>
    <dgm:cxn modelId="{CB957E12-5A2B-4D2A-B235-622E1E6FAB17}" type="presParOf" srcId="{941FD5F7-6399-4A69-9F00-D6C4DDCA7162}" destId="{BA003861-236A-4164-9421-BFEF9EE6CFF5}" srcOrd="1" destOrd="0" presId="urn:microsoft.com/office/officeart/2005/8/layout/default"/>
    <dgm:cxn modelId="{33D501A6-EDB3-430E-8FA3-6DFFE73659C6}" type="presParOf" srcId="{941FD5F7-6399-4A69-9F00-D6C4DDCA7162}" destId="{4C237D15-7790-46F3-AED9-E24820BE4909}" srcOrd="2" destOrd="0" presId="urn:microsoft.com/office/officeart/2005/8/layout/default"/>
    <dgm:cxn modelId="{F26AC91A-6E29-4AC1-ABA7-2550F6A9A32C}" type="presParOf" srcId="{941FD5F7-6399-4A69-9F00-D6C4DDCA7162}" destId="{218BC2C5-F6FF-49E7-930E-0304A94475D5}" srcOrd="3" destOrd="0" presId="urn:microsoft.com/office/officeart/2005/8/layout/default"/>
    <dgm:cxn modelId="{4A7E2D9F-2576-4B02-B0F5-CC1A7FA13506}" type="presParOf" srcId="{941FD5F7-6399-4A69-9F00-D6C4DDCA7162}" destId="{B35CE0FD-8970-4F34-9CBF-AD2EEBB7A4A1}" srcOrd="4" destOrd="0" presId="urn:microsoft.com/office/officeart/2005/8/layout/default"/>
    <dgm:cxn modelId="{81D68EEE-564D-4E25-80B7-A3024A2972FC}" type="presParOf" srcId="{941FD5F7-6399-4A69-9F00-D6C4DDCA7162}" destId="{25E17D64-185B-44F2-966F-475B0B568ABD}" srcOrd="5" destOrd="0" presId="urn:microsoft.com/office/officeart/2005/8/layout/default"/>
    <dgm:cxn modelId="{B37DC78D-972D-44E8-AD71-67B7417520A8}" type="presParOf" srcId="{941FD5F7-6399-4A69-9F00-D6C4DDCA7162}" destId="{F89B5032-2CDC-4BC8-9546-63EF050976F8}" srcOrd="6" destOrd="0" presId="urn:microsoft.com/office/officeart/2005/8/layout/default"/>
    <dgm:cxn modelId="{FF1909ED-4A76-4DF9-BDA2-E1E58DFD03E5}" type="presParOf" srcId="{941FD5F7-6399-4A69-9F00-D6C4DDCA7162}" destId="{F72BDF5F-9AC1-437C-9670-B9ED4E94F16C}" srcOrd="7" destOrd="0" presId="urn:microsoft.com/office/officeart/2005/8/layout/default"/>
    <dgm:cxn modelId="{78520014-DACD-4F80-B6AE-98DC1C874BFF}" type="presParOf" srcId="{941FD5F7-6399-4A69-9F00-D6C4DDCA7162}" destId="{1DF6048A-4FA1-45B5-9720-16CB269D44CC}" srcOrd="8" destOrd="0" presId="urn:microsoft.com/office/officeart/2005/8/layout/default"/>
    <dgm:cxn modelId="{0C02E12F-0513-4E5B-A443-C29DBFD3F84E}" type="presParOf" srcId="{941FD5F7-6399-4A69-9F00-D6C4DDCA7162}" destId="{E69A5168-1923-46AE-B521-18FFCAE4C602}" srcOrd="9" destOrd="0" presId="urn:microsoft.com/office/officeart/2005/8/layout/default"/>
    <dgm:cxn modelId="{5F73B908-31FB-4D05-AB4E-576B4A56E422}" type="presParOf" srcId="{941FD5F7-6399-4A69-9F00-D6C4DDCA7162}" destId="{CCE5F42B-17CF-431C-A05F-6C209C2E995B}" srcOrd="10" destOrd="0" presId="urn:microsoft.com/office/officeart/2005/8/layout/default"/>
    <dgm:cxn modelId="{4078BEB1-2434-4B2D-A982-7BEDE8A0AE24}" type="presParOf" srcId="{941FD5F7-6399-4A69-9F00-D6C4DDCA7162}" destId="{0F744F97-E84A-41B3-8FC9-23F7C6F7C922}" srcOrd="11" destOrd="0" presId="urn:microsoft.com/office/officeart/2005/8/layout/default"/>
    <dgm:cxn modelId="{5C99E43D-EF9B-4A38-A118-D0D2F60B09C2}" type="presParOf" srcId="{941FD5F7-6399-4A69-9F00-D6C4DDCA7162}" destId="{6BB3DF5A-9D48-4B87-860E-09CDF7608EA6}"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794603-B0FD-4E2A-82D0-92776072966B}"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AEEF09A4-B86E-44D7-AA47-86D0007E9F00}">
      <dgm:prSet/>
      <dgm:spPr/>
      <dgm:t>
        <a:bodyPr/>
        <a:lstStyle/>
        <a:p>
          <a:r>
            <a:rPr lang="en-US"/>
            <a:t>This project presents the development of an intelligent chatbot system based on the </a:t>
          </a:r>
          <a:r>
            <a:rPr lang="en-US" b="1"/>
            <a:t>Retrieval-Augmented Generation (RAG) model</a:t>
          </a:r>
          <a:r>
            <a:rPr lang="en-US"/>
            <a:t>, which combines the strengths of retrieval-based and generative language models. Unlike traditional chatbots that rely solely on pre-trained language models for generating responses, the RAG-based chatbot retrieves relevant context from an external knowledge base before generating answers, leading to more accurate, informed, and contextually relevant responses.</a:t>
          </a:r>
        </a:p>
      </dgm:t>
    </dgm:pt>
    <dgm:pt modelId="{F41FBE7B-20F1-4D1E-8DF5-28BD15837586}" type="parTrans" cxnId="{3CCD9F1B-00F5-4C34-BCDB-AF61B04A21FF}">
      <dgm:prSet/>
      <dgm:spPr/>
      <dgm:t>
        <a:bodyPr/>
        <a:lstStyle/>
        <a:p>
          <a:endParaRPr lang="en-US"/>
        </a:p>
      </dgm:t>
    </dgm:pt>
    <dgm:pt modelId="{8F9A7C6C-5C4E-431F-AE12-FB4E24590F8A}" type="sibTrans" cxnId="{3CCD9F1B-00F5-4C34-BCDB-AF61B04A21FF}">
      <dgm:prSet/>
      <dgm:spPr/>
      <dgm:t>
        <a:bodyPr/>
        <a:lstStyle/>
        <a:p>
          <a:endParaRPr lang="en-US"/>
        </a:p>
      </dgm:t>
    </dgm:pt>
    <dgm:pt modelId="{5FF008A5-C3CD-42F7-AF3E-170B900A5C2B}">
      <dgm:prSet/>
      <dgm:spPr/>
      <dgm:t>
        <a:bodyPr/>
        <a:lstStyle/>
        <a:p>
          <a:r>
            <a:rPr lang="en-US"/>
            <a:t>The architecture integrates a dense retriever to fetch top-ranked documents and a generative model that synthesizes this retrieved information into coherent replies. This method significantly reduces hallucinations and improves factual consistency in responses. The system is further enhanced using the </a:t>
          </a:r>
          <a:r>
            <a:rPr lang="en-US" b="1"/>
            <a:t>GROQ API</a:t>
          </a:r>
          <a:r>
            <a:rPr lang="en-US"/>
            <a:t> for high-speed inference, allowing real-time interaction with users while maintaining high performance and low latency.</a:t>
          </a:r>
        </a:p>
      </dgm:t>
    </dgm:pt>
    <dgm:pt modelId="{525AF046-8876-42F6-A16E-EF2D1D6A9583}" type="parTrans" cxnId="{28054B87-37FA-4E51-9AE8-1DA5244372DE}">
      <dgm:prSet/>
      <dgm:spPr/>
      <dgm:t>
        <a:bodyPr/>
        <a:lstStyle/>
        <a:p>
          <a:endParaRPr lang="en-US"/>
        </a:p>
      </dgm:t>
    </dgm:pt>
    <dgm:pt modelId="{F803D2B1-BA35-4022-8123-713A45F0E3BC}" type="sibTrans" cxnId="{28054B87-37FA-4E51-9AE8-1DA5244372DE}">
      <dgm:prSet/>
      <dgm:spPr/>
      <dgm:t>
        <a:bodyPr/>
        <a:lstStyle/>
        <a:p>
          <a:endParaRPr lang="en-US"/>
        </a:p>
      </dgm:t>
    </dgm:pt>
    <dgm:pt modelId="{F4DD5B28-3DE8-4CEA-BD9E-03DE3E53C530}" type="pres">
      <dgm:prSet presAssocID="{B8794603-B0FD-4E2A-82D0-92776072966B}" presName="hierChild1" presStyleCnt="0">
        <dgm:presLayoutVars>
          <dgm:chPref val="1"/>
          <dgm:dir/>
          <dgm:animOne val="branch"/>
          <dgm:animLvl val="lvl"/>
          <dgm:resizeHandles/>
        </dgm:presLayoutVars>
      </dgm:prSet>
      <dgm:spPr/>
      <dgm:t>
        <a:bodyPr/>
        <a:lstStyle/>
        <a:p>
          <a:endParaRPr lang="en-US"/>
        </a:p>
      </dgm:t>
    </dgm:pt>
    <dgm:pt modelId="{5E23F8F0-AE44-4F8F-9D38-A613867A014B}" type="pres">
      <dgm:prSet presAssocID="{AEEF09A4-B86E-44D7-AA47-86D0007E9F00}" presName="hierRoot1" presStyleCnt="0"/>
      <dgm:spPr/>
    </dgm:pt>
    <dgm:pt modelId="{68B16209-C61D-475E-8357-B1F15EF07F94}" type="pres">
      <dgm:prSet presAssocID="{AEEF09A4-B86E-44D7-AA47-86D0007E9F00}" presName="composite" presStyleCnt="0"/>
      <dgm:spPr/>
    </dgm:pt>
    <dgm:pt modelId="{61A1BCD8-B1DE-4716-A647-57A88D5F8794}" type="pres">
      <dgm:prSet presAssocID="{AEEF09A4-B86E-44D7-AA47-86D0007E9F00}" presName="background" presStyleLbl="node0" presStyleIdx="0" presStyleCnt="2"/>
      <dgm:spPr/>
    </dgm:pt>
    <dgm:pt modelId="{A3FDF6E8-BDB5-48EA-9E13-570BA99B598F}" type="pres">
      <dgm:prSet presAssocID="{AEEF09A4-B86E-44D7-AA47-86D0007E9F00}" presName="text" presStyleLbl="fgAcc0" presStyleIdx="0" presStyleCnt="2">
        <dgm:presLayoutVars>
          <dgm:chPref val="3"/>
        </dgm:presLayoutVars>
      </dgm:prSet>
      <dgm:spPr/>
      <dgm:t>
        <a:bodyPr/>
        <a:lstStyle/>
        <a:p>
          <a:endParaRPr lang="en-US"/>
        </a:p>
      </dgm:t>
    </dgm:pt>
    <dgm:pt modelId="{841B767A-ABAA-41BF-90D1-350F9772F296}" type="pres">
      <dgm:prSet presAssocID="{AEEF09A4-B86E-44D7-AA47-86D0007E9F00}" presName="hierChild2" presStyleCnt="0"/>
      <dgm:spPr/>
    </dgm:pt>
    <dgm:pt modelId="{B893D68D-D06F-4154-8E71-51ADB5C6530E}" type="pres">
      <dgm:prSet presAssocID="{5FF008A5-C3CD-42F7-AF3E-170B900A5C2B}" presName="hierRoot1" presStyleCnt="0"/>
      <dgm:spPr/>
    </dgm:pt>
    <dgm:pt modelId="{330376E9-F89B-494F-90CD-8AD8D579843E}" type="pres">
      <dgm:prSet presAssocID="{5FF008A5-C3CD-42F7-AF3E-170B900A5C2B}" presName="composite" presStyleCnt="0"/>
      <dgm:spPr/>
    </dgm:pt>
    <dgm:pt modelId="{686564FE-F263-42CD-9119-0EB8DE5394E2}" type="pres">
      <dgm:prSet presAssocID="{5FF008A5-C3CD-42F7-AF3E-170B900A5C2B}" presName="background" presStyleLbl="node0" presStyleIdx="1" presStyleCnt="2"/>
      <dgm:spPr/>
    </dgm:pt>
    <dgm:pt modelId="{4B7D898C-0E94-426B-9AF1-81C2766E41E7}" type="pres">
      <dgm:prSet presAssocID="{5FF008A5-C3CD-42F7-AF3E-170B900A5C2B}" presName="text" presStyleLbl="fgAcc0" presStyleIdx="1" presStyleCnt="2">
        <dgm:presLayoutVars>
          <dgm:chPref val="3"/>
        </dgm:presLayoutVars>
      </dgm:prSet>
      <dgm:spPr/>
      <dgm:t>
        <a:bodyPr/>
        <a:lstStyle/>
        <a:p>
          <a:endParaRPr lang="en-US"/>
        </a:p>
      </dgm:t>
    </dgm:pt>
    <dgm:pt modelId="{137BC2C6-3B39-44E3-B803-75C0A7295B3D}" type="pres">
      <dgm:prSet presAssocID="{5FF008A5-C3CD-42F7-AF3E-170B900A5C2B}" presName="hierChild2" presStyleCnt="0"/>
      <dgm:spPr/>
    </dgm:pt>
  </dgm:ptLst>
  <dgm:cxnLst>
    <dgm:cxn modelId="{39C45426-D85B-4907-8536-36F04F2602EA}" type="presOf" srcId="{AEEF09A4-B86E-44D7-AA47-86D0007E9F00}" destId="{A3FDF6E8-BDB5-48EA-9E13-570BA99B598F}" srcOrd="0" destOrd="0" presId="urn:microsoft.com/office/officeart/2005/8/layout/hierarchy1"/>
    <dgm:cxn modelId="{88869D78-CD8E-4AAD-9BA9-AC105D825120}" type="presOf" srcId="{5FF008A5-C3CD-42F7-AF3E-170B900A5C2B}" destId="{4B7D898C-0E94-426B-9AF1-81C2766E41E7}" srcOrd="0" destOrd="0" presId="urn:microsoft.com/office/officeart/2005/8/layout/hierarchy1"/>
    <dgm:cxn modelId="{28054B87-37FA-4E51-9AE8-1DA5244372DE}" srcId="{B8794603-B0FD-4E2A-82D0-92776072966B}" destId="{5FF008A5-C3CD-42F7-AF3E-170B900A5C2B}" srcOrd="1" destOrd="0" parTransId="{525AF046-8876-42F6-A16E-EF2D1D6A9583}" sibTransId="{F803D2B1-BA35-4022-8123-713A45F0E3BC}"/>
    <dgm:cxn modelId="{3CCD9F1B-00F5-4C34-BCDB-AF61B04A21FF}" srcId="{B8794603-B0FD-4E2A-82D0-92776072966B}" destId="{AEEF09A4-B86E-44D7-AA47-86D0007E9F00}" srcOrd="0" destOrd="0" parTransId="{F41FBE7B-20F1-4D1E-8DF5-28BD15837586}" sibTransId="{8F9A7C6C-5C4E-431F-AE12-FB4E24590F8A}"/>
    <dgm:cxn modelId="{4255AF41-ADB2-4ECB-8A24-E6930641D424}" type="presOf" srcId="{B8794603-B0FD-4E2A-82D0-92776072966B}" destId="{F4DD5B28-3DE8-4CEA-BD9E-03DE3E53C530}" srcOrd="0" destOrd="0" presId="urn:microsoft.com/office/officeart/2005/8/layout/hierarchy1"/>
    <dgm:cxn modelId="{AA655E13-6B22-4462-9C8A-D9FE3E15F46D}" type="presParOf" srcId="{F4DD5B28-3DE8-4CEA-BD9E-03DE3E53C530}" destId="{5E23F8F0-AE44-4F8F-9D38-A613867A014B}" srcOrd="0" destOrd="0" presId="urn:microsoft.com/office/officeart/2005/8/layout/hierarchy1"/>
    <dgm:cxn modelId="{E5B82044-A5E5-4203-A0DD-4185750AD935}" type="presParOf" srcId="{5E23F8F0-AE44-4F8F-9D38-A613867A014B}" destId="{68B16209-C61D-475E-8357-B1F15EF07F94}" srcOrd="0" destOrd="0" presId="urn:microsoft.com/office/officeart/2005/8/layout/hierarchy1"/>
    <dgm:cxn modelId="{CB121CAA-927C-4730-B1F6-D75FFDCFC979}" type="presParOf" srcId="{68B16209-C61D-475E-8357-B1F15EF07F94}" destId="{61A1BCD8-B1DE-4716-A647-57A88D5F8794}" srcOrd="0" destOrd="0" presId="urn:microsoft.com/office/officeart/2005/8/layout/hierarchy1"/>
    <dgm:cxn modelId="{93F5080C-0051-4CB8-9CE6-57A5F66624C2}" type="presParOf" srcId="{68B16209-C61D-475E-8357-B1F15EF07F94}" destId="{A3FDF6E8-BDB5-48EA-9E13-570BA99B598F}" srcOrd="1" destOrd="0" presId="urn:microsoft.com/office/officeart/2005/8/layout/hierarchy1"/>
    <dgm:cxn modelId="{77E03D2C-161D-401A-9D22-BE918B09189E}" type="presParOf" srcId="{5E23F8F0-AE44-4F8F-9D38-A613867A014B}" destId="{841B767A-ABAA-41BF-90D1-350F9772F296}" srcOrd="1" destOrd="0" presId="urn:microsoft.com/office/officeart/2005/8/layout/hierarchy1"/>
    <dgm:cxn modelId="{3B95A219-3621-4FAD-96ED-3BD6C125B297}" type="presParOf" srcId="{F4DD5B28-3DE8-4CEA-BD9E-03DE3E53C530}" destId="{B893D68D-D06F-4154-8E71-51ADB5C6530E}" srcOrd="1" destOrd="0" presId="urn:microsoft.com/office/officeart/2005/8/layout/hierarchy1"/>
    <dgm:cxn modelId="{0A66D8AB-E8E6-4878-BB6E-3340148569EC}" type="presParOf" srcId="{B893D68D-D06F-4154-8E71-51ADB5C6530E}" destId="{330376E9-F89B-494F-90CD-8AD8D579843E}" srcOrd="0" destOrd="0" presId="urn:microsoft.com/office/officeart/2005/8/layout/hierarchy1"/>
    <dgm:cxn modelId="{F08486CA-105F-43AE-8AD8-340362927EF7}" type="presParOf" srcId="{330376E9-F89B-494F-90CD-8AD8D579843E}" destId="{686564FE-F263-42CD-9119-0EB8DE5394E2}" srcOrd="0" destOrd="0" presId="urn:microsoft.com/office/officeart/2005/8/layout/hierarchy1"/>
    <dgm:cxn modelId="{F0650635-AFC6-4144-9B69-C1E3B2884B38}" type="presParOf" srcId="{330376E9-F89B-494F-90CD-8AD8D579843E}" destId="{4B7D898C-0E94-426B-9AF1-81C2766E41E7}" srcOrd="1" destOrd="0" presId="urn:microsoft.com/office/officeart/2005/8/layout/hierarchy1"/>
    <dgm:cxn modelId="{B29798FE-7FAC-4BBB-93DE-AE8923B1E076}" type="presParOf" srcId="{B893D68D-D06F-4154-8E71-51ADB5C6530E}" destId="{137BC2C6-3B39-44E3-B803-75C0A7295B3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3DCB23F-BB1F-43D2-95C2-A09B5441327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88B6D24A-CE2C-4895-B484-3BE33B0AB79D}">
      <dgm:prSet/>
      <dgm:spPr/>
      <dgm:t>
        <a:bodyPr/>
        <a:lstStyle/>
        <a:p>
          <a:r>
            <a:rPr lang="en-US"/>
            <a:t>Growing Information Volume</a:t>
          </a:r>
        </a:p>
      </dgm:t>
    </dgm:pt>
    <dgm:pt modelId="{5EEBBCD3-7EB3-4532-9B7A-16703AD73CD3}" type="parTrans" cxnId="{5668C3AA-30E7-436F-8329-A79665747AB2}">
      <dgm:prSet/>
      <dgm:spPr/>
      <dgm:t>
        <a:bodyPr/>
        <a:lstStyle/>
        <a:p>
          <a:endParaRPr lang="en-US"/>
        </a:p>
      </dgm:t>
    </dgm:pt>
    <dgm:pt modelId="{5FAC25B4-6D80-43D3-A8DF-BBC4CC720733}" type="sibTrans" cxnId="{5668C3AA-30E7-436F-8329-A79665747AB2}">
      <dgm:prSet/>
      <dgm:spPr/>
      <dgm:t>
        <a:bodyPr/>
        <a:lstStyle/>
        <a:p>
          <a:endParaRPr lang="en-US"/>
        </a:p>
      </dgm:t>
    </dgm:pt>
    <dgm:pt modelId="{1567686D-A4B1-4D07-BBC0-6F0C79684E7E}">
      <dgm:prSet/>
      <dgm:spPr/>
      <dgm:t>
        <a:bodyPr/>
        <a:lstStyle/>
        <a:p>
          <a:r>
            <a:rPr lang="en-US"/>
            <a:t>The amount of data stored in documents, especially PDFs, is increasing rapidly, posing retrieval challenges.</a:t>
          </a:r>
        </a:p>
      </dgm:t>
    </dgm:pt>
    <dgm:pt modelId="{A2CEBE04-9305-4C85-9874-E82046B3D295}" type="parTrans" cxnId="{D05505CD-E080-4489-A5EF-8FE71BFD8099}">
      <dgm:prSet/>
      <dgm:spPr/>
      <dgm:t>
        <a:bodyPr/>
        <a:lstStyle/>
        <a:p>
          <a:endParaRPr lang="en-US"/>
        </a:p>
      </dgm:t>
    </dgm:pt>
    <dgm:pt modelId="{8E074858-2005-4F55-BE54-AE0C8DE671EE}" type="sibTrans" cxnId="{D05505CD-E080-4489-A5EF-8FE71BFD8099}">
      <dgm:prSet/>
      <dgm:spPr/>
      <dgm:t>
        <a:bodyPr/>
        <a:lstStyle/>
        <a:p>
          <a:endParaRPr lang="en-US"/>
        </a:p>
      </dgm:t>
    </dgm:pt>
    <dgm:pt modelId="{9F61AD0F-B094-4D79-B5E4-751B3572AD6D}">
      <dgm:prSet/>
      <dgm:spPr/>
      <dgm:t>
        <a:bodyPr/>
        <a:lstStyle/>
        <a:p>
          <a:r>
            <a:rPr lang="en-US"/>
            <a:t>Inefficiencies in Traditional Search</a:t>
          </a:r>
        </a:p>
      </dgm:t>
    </dgm:pt>
    <dgm:pt modelId="{0F5A37EA-65B0-4A5D-8D6B-5E2F201B4F69}" type="parTrans" cxnId="{59E923D5-645F-4C6A-9A7A-D85499E27B44}">
      <dgm:prSet/>
      <dgm:spPr/>
      <dgm:t>
        <a:bodyPr/>
        <a:lstStyle/>
        <a:p>
          <a:endParaRPr lang="en-US"/>
        </a:p>
      </dgm:t>
    </dgm:pt>
    <dgm:pt modelId="{701BF2C8-E51F-4CCA-B53F-632A11C82EEF}" type="sibTrans" cxnId="{59E923D5-645F-4C6A-9A7A-D85499E27B44}">
      <dgm:prSet/>
      <dgm:spPr/>
      <dgm:t>
        <a:bodyPr/>
        <a:lstStyle/>
        <a:p>
          <a:endParaRPr lang="en-US"/>
        </a:p>
      </dgm:t>
    </dgm:pt>
    <dgm:pt modelId="{661F775D-23DE-47FE-9E74-E72DB74040F7}">
      <dgm:prSet/>
      <dgm:spPr/>
      <dgm:t>
        <a:bodyPr/>
        <a:lstStyle/>
        <a:p>
          <a:r>
            <a:rPr lang="en-US"/>
            <a:t>Standard keyword searches often yield irrelevant results, forcing users to sift through documents manually.</a:t>
          </a:r>
        </a:p>
      </dgm:t>
    </dgm:pt>
    <dgm:pt modelId="{BD5EF7C4-B14C-4E02-9280-3AE60CAAF09E}" type="parTrans" cxnId="{11D1C08E-4670-44B9-9CD2-F3AB8E0B6969}">
      <dgm:prSet/>
      <dgm:spPr/>
      <dgm:t>
        <a:bodyPr/>
        <a:lstStyle/>
        <a:p>
          <a:endParaRPr lang="en-US"/>
        </a:p>
      </dgm:t>
    </dgm:pt>
    <dgm:pt modelId="{550402B8-0237-4A7E-A1DE-DD25D341BACF}" type="sibTrans" cxnId="{11D1C08E-4670-44B9-9CD2-F3AB8E0B6969}">
      <dgm:prSet/>
      <dgm:spPr/>
      <dgm:t>
        <a:bodyPr/>
        <a:lstStyle/>
        <a:p>
          <a:endParaRPr lang="en-US"/>
        </a:p>
      </dgm:t>
    </dgm:pt>
    <dgm:pt modelId="{DCE88A78-479C-4BE2-8C05-1D8F1D4EA6BF}">
      <dgm:prSet/>
      <dgm:spPr/>
      <dgm:t>
        <a:bodyPr/>
        <a:lstStyle/>
        <a:p>
          <a:r>
            <a:rPr lang="en-US"/>
            <a:t>Need for Intelligent Systems</a:t>
          </a:r>
        </a:p>
      </dgm:t>
    </dgm:pt>
    <dgm:pt modelId="{1E3AD882-5950-4DF2-B962-73E3B6B27A13}" type="parTrans" cxnId="{944409C8-9C8A-4378-910D-56E47E88CDDB}">
      <dgm:prSet/>
      <dgm:spPr/>
      <dgm:t>
        <a:bodyPr/>
        <a:lstStyle/>
        <a:p>
          <a:endParaRPr lang="en-US"/>
        </a:p>
      </dgm:t>
    </dgm:pt>
    <dgm:pt modelId="{6D974687-194B-413E-BE56-5841E74A6BD5}" type="sibTrans" cxnId="{944409C8-9C8A-4378-910D-56E47E88CDDB}">
      <dgm:prSet/>
      <dgm:spPr/>
      <dgm:t>
        <a:bodyPr/>
        <a:lstStyle/>
        <a:p>
          <a:endParaRPr lang="en-US"/>
        </a:p>
      </dgm:t>
    </dgm:pt>
    <dgm:pt modelId="{2BCD3C38-8859-46FD-94EF-05E94786EF04}">
      <dgm:prSet/>
      <dgm:spPr/>
      <dgm:t>
        <a:bodyPr/>
        <a:lstStyle/>
        <a:p>
          <a:r>
            <a:rPr lang="en-US"/>
            <a:t>There is a pressing need for systems that understand user queries semantically, enhancing search efficiency.</a:t>
          </a:r>
        </a:p>
      </dgm:t>
    </dgm:pt>
    <dgm:pt modelId="{43F6432F-F411-4309-B4FB-AE153EEF4A4D}" type="parTrans" cxnId="{4CD82420-D328-45E3-90EF-C11B59A2CCE6}">
      <dgm:prSet/>
      <dgm:spPr/>
      <dgm:t>
        <a:bodyPr/>
        <a:lstStyle/>
        <a:p>
          <a:endParaRPr lang="en-US"/>
        </a:p>
      </dgm:t>
    </dgm:pt>
    <dgm:pt modelId="{CB1C6B40-EF40-45B2-89B6-A0E6771C18DF}" type="sibTrans" cxnId="{4CD82420-D328-45E3-90EF-C11B59A2CCE6}">
      <dgm:prSet/>
      <dgm:spPr/>
      <dgm:t>
        <a:bodyPr/>
        <a:lstStyle/>
        <a:p>
          <a:endParaRPr lang="en-US"/>
        </a:p>
      </dgm:t>
    </dgm:pt>
    <dgm:pt modelId="{1135BE9C-C7D3-4050-9F5E-9BD65FC20E48}">
      <dgm:prSet/>
      <dgm:spPr/>
      <dgm:t>
        <a:bodyPr/>
        <a:lstStyle/>
        <a:p>
          <a:r>
            <a:rPr lang="en-US"/>
            <a:t>Limitations of Current Tools</a:t>
          </a:r>
        </a:p>
      </dgm:t>
    </dgm:pt>
    <dgm:pt modelId="{AC7E06E9-D097-4C8C-9F02-0DA9615AF852}" type="parTrans" cxnId="{06931994-95A6-4CB1-BB6C-229E34374FB0}">
      <dgm:prSet/>
      <dgm:spPr/>
      <dgm:t>
        <a:bodyPr/>
        <a:lstStyle/>
        <a:p>
          <a:endParaRPr lang="en-US"/>
        </a:p>
      </dgm:t>
    </dgm:pt>
    <dgm:pt modelId="{18CBE69F-1447-4835-81A3-0E607D4ADD39}" type="sibTrans" cxnId="{06931994-95A6-4CB1-BB6C-229E34374FB0}">
      <dgm:prSet/>
      <dgm:spPr/>
      <dgm:t>
        <a:bodyPr/>
        <a:lstStyle/>
        <a:p>
          <a:endParaRPr lang="en-US"/>
        </a:p>
      </dgm:t>
    </dgm:pt>
    <dgm:pt modelId="{DD4FF559-8BB5-4903-9250-1B2D9DC730D5}">
      <dgm:prSet/>
      <dgm:spPr/>
      <dgm:t>
        <a:bodyPr/>
        <a:lstStyle/>
        <a:p>
          <a:r>
            <a:rPr lang="en-US"/>
            <a:t>Existing document search tools often fail to comprehend semantic meanings, leading to missed information.</a:t>
          </a:r>
        </a:p>
      </dgm:t>
    </dgm:pt>
    <dgm:pt modelId="{E892B456-FC8F-4688-9829-9898175C274C}" type="parTrans" cxnId="{E3239D31-CE3E-4F91-92B2-E35714435BC8}">
      <dgm:prSet/>
      <dgm:spPr/>
      <dgm:t>
        <a:bodyPr/>
        <a:lstStyle/>
        <a:p>
          <a:endParaRPr lang="en-US"/>
        </a:p>
      </dgm:t>
    </dgm:pt>
    <dgm:pt modelId="{557FB1A4-17D1-4F62-9BA4-B2B8012E2EAB}" type="sibTrans" cxnId="{E3239D31-CE3E-4F91-92B2-E35714435BC8}">
      <dgm:prSet/>
      <dgm:spPr/>
      <dgm:t>
        <a:bodyPr/>
        <a:lstStyle/>
        <a:p>
          <a:endParaRPr lang="en-US"/>
        </a:p>
      </dgm:t>
    </dgm:pt>
    <dgm:pt modelId="{7D561211-05C4-4E71-8C12-4A8AD83508AE}">
      <dgm:prSet/>
      <dgm:spPr/>
      <dgm:t>
        <a:bodyPr/>
        <a:lstStyle/>
        <a:p>
          <a:r>
            <a:rPr lang="en-US"/>
            <a:t>Introduction of DocuQuery</a:t>
          </a:r>
        </a:p>
      </dgm:t>
    </dgm:pt>
    <dgm:pt modelId="{4987BFEF-75D1-4D2F-8B6E-9DDD4C68906B}" type="parTrans" cxnId="{2260621F-087F-4D82-80A9-FC4CDF3560A0}">
      <dgm:prSet/>
      <dgm:spPr/>
      <dgm:t>
        <a:bodyPr/>
        <a:lstStyle/>
        <a:p>
          <a:endParaRPr lang="en-US"/>
        </a:p>
      </dgm:t>
    </dgm:pt>
    <dgm:pt modelId="{BA1880C5-B5BB-4679-A924-A723C986A009}" type="sibTrans" cxnId="{2260621F-087F-4D82-80A9-FC4CDF3560A0}">
      <dgm:prSet/>
      <dgm:spPr/>
      <dgm:t>
        <a:bodyPr/>
        <a:lstStyle/>
        <a:p>
          <a:endParaRPr lang="en-US"/>
        </a:p>
      </dgm:t>
    </dgm:pt>
    <dgm:pt modelId="{2032782A-E30A-4C9A-A9B9-3B9E3A792457}">
      <dgm:prSet/>
      <dgm:spPr/>
      <dgm:t>
        <a:bodyPr/>
        <a:lstStyle/>
        <a:p>
          <a:r>
            <a:rPr lang="en-US" dirty="0"/>
            <a:t>Chatbot using Rag Model leverages a Retrieval Augmented Generation approach to improve document information retrieval.</a:t>
          </a:r>
        </a:p>
      </dgm:t>
    </dgm:pt>
    <dgm:pt modelId="{76DAA7BF-E989-4E7F-859D-C8C9A95197CD}" type="parTrans" cxnId="{5895BDEA-AFCF-4BCE-8FA9-F51628CF3FC6}">
      <dgm:prSet/>
      <dgm:spPr/>
      <dgm:t>
        <a:bodyPr/>
        <a:lstStyle/>
        <a:p>
          <a:endParaRPr lang="en-US"/>
        </a:p>
      </dgm:t>
    </dgm:pt>
    <dgm:pt modelId="{01C4FA98-3024-465A-8C62-70D65CBC2406}" type="sibTrans" cxnId="{5895BDEA-AFCF-4BCE-8FA9-F51628CF3FC6}">
      <dgm:prSet/>
      <dgm:spPr/>
      <dgm:t>
        <a:bodyPr/>
        <a:lstStyle/>
        <a:p>
          <a:endParaRPr lang="en-US"/>
        </a:p>
      </dgm:t>
    </dgm:pt>
    <dgm:pt modelId="{17BC22A8-C094-4777-B7E0-96EAE4FD2143}">
      <dgm:prSet/>
      <dgm:spPr/>
      <dgm:t>
        <a:bodyPr/>
        <a:lstStyle/>
        <a:p>
          <a:r>
            <a:rPr lang="en-US"/>
            <a:t>RAG Approach Explained</a:t>
          </a:r>
        </a:p>
      </dgm:t>
    </dgm:pt>
    <dgm:pt modelId="{E4AD39EA-5361-41F1-B59D-02B3297346A1}" type="parTrans" cxnId="{F9BDF053-F589-450E-9FAE-38B40E29B302}">
      <dgm:prSet/>
      <dgm:spPr/>
      <dgm:t>
        <a:bodyPr/>
        <a:lstStyle/>
        <a:p>
          <a:endParaRPr lang="en-US"/>
        </a:p>
      </dgm:t>
    </dgm:pt>
    <dgm:pt modelId="{78083D8F-4B4D-4175-9AA9-CE40939EFB90}" type="sibTrans" cxnId="{F9BDF053-F589-450E-9FAE-38B40E29B302}">
      <dgm:prSet/>
      <dgm:spPr/>
      <dgm:t>
        <a:bodyPr/>
        <a:lstStyle/>
        <a:p>
          <a:endParaRPr lang="en-US"/>
        </a:p>
      </dgm:t>
    </dgm:pt>
    <dgm:pt modelId="{E9BDFB06-ACC8-482D-91E8-24D30D2506CA}">
      <dgm:prSet/>
      <dgm:spPr/>
      <dgm:t>
        <a:bodyPr/>
        <a:lstStyle/>
        <a:p>
          <a:r>
            <a:rPr lang="en-US"/>
            <a:t>Combining retrieval systems with language models, RAG offers contextual, coherent responses to queries.</a:t>
          </a:r>
        </a:p>
      </dgm:t>
    </dgm:pt>
    <dgm:pt modelId="{F5ECBF1C-3ECD-4E30-8688-8557DA859AC6}" type="parTrans" cxnId="{B3C1797C-0F36-4D3D-B488-B1A02DF611D9}">
      <dgm:prSet/>
      <dgm:spPr/>
      <dgm:t>
        <a:bodyPr/>
        <a:lstStyle/>
        <a:p>
          <a:endParaRPr lang="en-US"/>
        </a:p>
      </dgm:t>
    </dgm:pt>
    <dgm:pt modelId="{14EAFEF7-AF31-4B53-8616-D9E09E068D96}" type="sibTrans" cxnId="{B3C1797C-0F36-4D3D-B488-B1A02DF611D9}">
      <dgm:prSet/>
      <dgm:spPr/>
      <dgm:t>
        <a:bodyPr/>
        <a:lstStyle/>
        <a:p>
          <a:endParaRPr lang="en-US"/>
        </a:p>
      </dgm:t>
    </dgm:pt>
    <dgm:pt modelId="{3C4AAD97-5100-4134-8DC7-277080B49964}">
      <dgm:prSet/>
      <dgm:spPr/>
      <dgm:t>
        <a:bodyPr/>
        <a:lstStyle/>
        <a:p>
          <a:r>
            <a:rPr lang="en-US"/>
            <a:t>Benefits for Various Contexts</a:t>
          </a:r>
        </a:p>
      </dgm:t>
    </dgm:pt>
    <dgm:pt modelId="{0A19D3E3-4D77-459F-8D07-A5E882FD2A44}" type="parTrans" cxnId="{30B68CC3-8373-417C-9711-EBCEE2FC73C6}">
      <dgm:prSet/>
      <dgm:spPr/>
      <dgm:t>
        <a:bodyPr/>
        <a:lstStyle/>
        <a:p>
          <a:endParaRPr lang="en-US"/>
        </a:p>
      </dgm:t>
    </dgm:pt>
    <dgm:pt modelId="{2E32A424-BE01-4AE1-8D21-775F32F31266}" type="sibTrans" cxnId="{30B68CC3-8373-417C-9711-EBCEE2FC73C6}">
      <dgm:prSet/>
      <dgm:spPr/>
      <dgm:t>
        <a:bodyPr/>
        <a:lstStyle/>
        <a:p>
          <a:endParaRPr lang="en-US"/>
        </a:p>
      </dgm:t>
    </dgm:pt>
    <dgm:pt modelId="{5EEEA4F3-798C-4FAC-A5D9-F0B24A4ED4C4}">
      <dgm:prSet/>
      <dgm:spPr/>
      <dgm:t>
        <a:bodyPr/>
        <a:lstStyle/>
        <a:p>
          <a:r>
            <a:rPr lang="en-US"/>
            <a:t>This technology enhances efficiency in academic, business, and personal document management.</a:t>
          </a:r>
        </a:p>
      </dgm:t>
    </dgm:pt>
    <dgm:pt modelId="{6EF4811A-E87F-4EC7-9313-F5393D211407}" type="parTrans" cxnId="{636C7FFD-8B91-458E-ADE9-6E013B071F4B}">
      <dgm:prSet/>
      <dgm:spPr/>
      <dgm:t>
        <a:bodyPr/>
        <a:lstStyle/>
        <a:p>
          <a:endParaRPr lang="en-US"/>
        </a:p>
      </dgm:t>
    </dgm:pt>
    <dgm:pt modelId="{F02D9D97-3A56-4761-B854-1E1E2EB77C84}" type="sibTrans" cxnId="{636C7FFD-8B91-458E-ADE9-6E013B071F4B}">
      <dgm:prSet/>
      <dgm:spPr/>
      <dgm:t>
        <a:bodyPr/>
        <a:lstStyle/>
        <a:p>
          <a:endParaRPr lang="en-US"/>
        </a:p>
      </dgm:t>
    </dgm:pt>
    <dgm:pt modelId="{FD378377-2389-48B5-BDD0-24B000A79A66}" type="pres">
      <dgm:prSet presAssocID="{D3DCB23F-BB1F-43D2-95C2-A09B54413278}" presName="Name0" presStyleCnt="0">
        <dgm:presLayoutVars>
          <dgm:dir/>
          <dgm:animLvl val="lvl"/>
          <dgm:resizeHandles val="exact"/>
        </dgm:presLayoutVars>
      </dgm:prSet>
      <dgm:spPr/>
      <dgm:t>
        <a:bodyPr/>
        <a:lstStyle/>
        <a:p>
          <a:endParaRPr lang="en-US"/>
        </a:p>
      </dgm:t>
    </dgm:pt>
    <dgm:pt modelId="{B25F58F4-F20E-43A1-BE16-AEE3DD97F798}" type="pres">
      <dgm:prSet presAssocID="{88B6D24A-CE2C-4895-B484-3BE33B0AB79D}" presName="linNode" presStyleCnt="0"/>
      <dgm:spPr/>
    </dgm:pt>
    <dgm:pt modelId="{D0B82A07-7FFC-42BE-B7A1-EC504DE6C251}" type="pres">
      <dgm:prSet presAssocID="{88B6D24A-CE2C-4895-B484-3BE33B0AB79D}" presName="parentText" presStyleLbl="node1" presStyleIdx="0" presStyleCnt="7">
        <dgm:presLayoutVars>
          <dgm:chMax val="1"/>
          <dgm:bulletEnabled val="1"/>
        </dgm:presLayoutVars>
      </dgm:prSet>
      <dgm:spPr/>
      <dgm:t>
        <a:bodyPr/>
        <a:lstStyle/>
        <a:p>
          <a:endParaRPr lang="en-US"/>
        </a:p>
      </dgm:t>
    </dgm:pt>
    <dgm:pt modelId="{0D53CDC1-A385-490B-9BD0-A26651CD6A2E}" type="pres">
      <dgm:prSet presAssocID="{88B6D24A-CE2C-4895-B484-3BE33B0AB79D}" presName="descendantText" presStyleLbl="alignAccFollowNode1" presStyleIdx="0" presStyleCnt="7">
        <dgm:presLayoutVars>
          <dgm:bulletEnabled val="1"/>
        </dgm:presLayoutVars>
      </dgm:prSet>
      <dgm:spPr/>
      <dgm:t>
        <a:bodyPr/>
        <a:lstStyle/>
        <a:p>
          <a:endParaRPr lang="en-US"/>
        </a:p>
      </dgm:t>
    </dgm:pt>
    <dgm:pt modelId="{F22FA95F-4231-42C5-8685-2C7991D7558B}" type="pres">
      <dgm:prSet presAssocID="{5FAC25B4-6D80-43D3-A8DF-BBC4CC720733}" presName="sp" presStyleCnt="0"/>
      <dgm:spPr/>
    </dgm:pt>
    <dgm:pt modelId="{C2FB5C1D-C360-47D8-AE00-691ADDF3664F}" type="pres">
      <dgm:prSet presAssocID="{9F61AD0F-B094-4D79-B5E4-751B3572AD6D}" presName="linNode" presStyleCnt="0"/>
      <dgm:spPr/>
    </dgm:pt>
    <dgm:pt modelId="{2F0FF323-AA66-494E-8DAF-FFD9A6CBD43E}" type="pres">
      <dgm:prSet presAssocID="{9F61AD0F-B094-4D79-B5E4-751B3572AD6D}" presName="parentText" presStyleLbl="node1" presStyleIdx="1" presStyleCnt="7">
        <dgm:presLayoutVars>
          <dgm:chMax val="1"/>
          <dgm:bulletEnabled val="1"/>
        </dgm:presLayoutVars>
      </dgm:prSet>
      <dgm:spPr/>
      <dgm:t>
        <a:bodyPr/>
        <a:lstStyle/>
        <a:p>
          <a:endParaRPr lang="en-US"/>
        </a:p>
      </dgm:t>
    </dgm:pt>
    <dgm:pt modelId="{D0F38C8E-591F-4AFB-B4E4-23605A0CB038}" type="pres">
      <dgm:prSet presAssocID="{9F61AD0F-B094-4D79-B5E4-751B3572AD6D}" presName="descendantText" presStyleLbl="alignAccFollowNode1" presStyleIdx="1" presStyleCnt="7">
        <dgm:presLayoutVars>
          <dgm:bulletEnabled val="1"/>
        </dgm:presLayoutVars>
      </dgm:prSet>
      <dgm:spPr/>
      <dgm:t>
        <a:bodyPr/>
        <a:lstStyle/>
        <a:p>
          <a:endParaRPr lang="en-US"/>
        </a:p>
      </dgm:t>
    </dgm:pt>
    <dgm:pt modelId="{D4090E3B-9CD0-4348-A66D-CB30D64201C7}" type="pres">
      <dgm:prSet presAssocID="{701BF2C8-E51F-4CCA-B53F-632A11C82EEF}" presName="sp" presStyleCnt="0"/>
      <dgm:spPr/>
    </dgm:pt>
    <dgm:pt modelId="{9A80F995-C28C-49AA-927D-6BFA0523C111}" type="pres">
      <dgm:prSet presAssocID="{DCE88A78-479C-4BE2-8C05-1D8F1D4EA6BF}" presName="linNode" presStyleCnt="0"/>
      <dgm:spPr/>
    </dgm:pt>
    <dgm:pt modelId="{9015DAEC-42C6-4D5A-8838-17E85DD2F567}" type="pres">
      <dgm:prSet presAssocID="{DCE88A78-479C-4BE2-8C05-1D8F1D4EA6BF}" presName="parentText" presStyleLbl="node1" presStyleIdx="2" presStyleCnt="7">
        <dgm:presLayoutVars>
          <dgm:chMax val="1"/>
          <dgm:bulletEnabled val="1"/>
        </dgm:presLayoutVars>
      </dgm:prSet>
      <dgm:spPr/>
      <dgm:t>
        <a:bodyPr/>
        <a:lstStyle/>
        <a:p>
          <a:endParaRPr lang="en-US"/>
        </a:p>
      </dgm:t>
    </dgm:pt>
    <dgm:pt modelId="{54B39087-E0CC-4A89-A9FA-F26991B705F3}" type="pres">
      <dgm:prSet presAssocID="{DCE88A78-479C-4BE2-8C05-1D8F1D4EA6BF}" presName="descendantText" presStyleLbl="alignAccFollowNode1" presStyleIdx="2" presStyleCnt="7">
        <dgm:presLayoutVars>
          <dgm:bulletEnabled val="1"/>
        </dgm:presLayoutVars>
      </dgm:prSet>
      <dgm:spPr/>
      <dgm:t>
        <a:bodyPr/>
        <a:lstStyle/>
        <a:p>
          <a:endParaRPr lang="en-US"/>
        </a:p>
      </dgm:t>
    </dgm:pt>
    <dgm:pt modelId="{555B5AA9-E630-4A16-B7A3-A78C4E2DFFDB}" type="pres">
      <dgm:prSet presAssocID="{6D974687-194B-413E-BE56-5841E74A6BD5}" presName="sp" presStyleCnt="0"/>
      <dgm:spPr/>
    </dgm:pt>
    <dgm:pt modelId="{4FB7CDC5-6DF3-4228-BFFC-F787FC3DF7B7}" type="pres">
      <dgm:prSet presAssocID="{1135BE9C-C7D3-4050-9F5E-9BD65FC20E48}" presName="linNode" presStyleCnt="0"/>
      <dgm:spPr/>
    </dgm:pt>
    <dgm:pt modelId="{0932724A-8F7A-448B-B0A8-8840162DE5B2}" type="pres">
      <dgm:prSet presAssocID="{1135BE9C-C7D3-4050-9F5E-9BD65FC20E48}" presName="parentText" presStyleLbl="node1" presStyleIdx="3" presStyleCnt="7">
        <dgm:presLayoutVars>
          <dgm:chMax val="1"/>
          <dgm:bulletEnabled val="1"/>
        </dgm:presLayoutVars>
      </dgm:prSet>
      <dgm:spPr/>
      <dgm:t>
        <a:bodyPr/>
        <a:lstStyle/>
        <a:p>
          <a:endParaRPr lang="en-US"/>
        </a:p>
      </dgm:t>
    </dgm:pt>
    <dgm:pt modelId="{F6610F68-8AFC-4516-A74E-AEF71F59D3D7}" type="pres">
      <dgm:prSet presAssocID="{1135BE9C-C7D3-4050-9F5E-9BD65FC20E48}" presName="descendantText" presStyleLbl="alignAccFollowNode1" presStyleIdx="3" presStyleCnt="7">
        <dgm:presLayoutVars>
          <dgm:bulletEnabled val="1"/>
        </dgm:presLayoutVars>
      </dgm:prSet>
      <dgm:spPr/>
      <dgm:t>
        <a:bodyPr/>
        <a:lstStyle/>
        <a:p>
          <a:endParaRPr lang="en-US"/>
        </a:p>
      </dgm:t>
    </dgm:pt>
    <dgm:pt modelId="{F68980A2-3140-4F5F-8EB9-A9894A5384D7}" type="pres">
      <dgm:prSet presAssocID="{18CBE69F-1447-4835-81A3-0E607D4ADD39}" presName="sp" presStyleCnt="0"/>
      <dgm:spPr/>
    </dgm:pt>
    <dgm:pt modelId="{15E86A3F-4EA9-46D1-9993-79CCF8A80415}" type="pres">
      <dgm:prSet presAssocID="{7D561211-05C4-4E71-8C12-4A8AD83508AE}" presName="linNode" presStyleCnt="0"/>
      <dgm:spPr/>
    </dgm:pt>
    <dgm:pt modelId="{B903A097-BC1D-4AC4-8782-5FF1E452C292}" type="pres">
      <dgm:prSet presAssocID="{7D561211-05C4-4E71-8C12-4A8AD83508AE}" presName="parentText" presStyleLbl="node1" presStyleIdx="4" presStyleCnt="7">
        <dgm:presLayoutVars>
          <dgm:chMax val="1"/>
          <dgm:bulletEnabled val="1"/>
        </dgm:presLayoutVars>
      </dgm:prSet>
      <dgm:spPr/>
      <dgm:t>
        <a:bodyPr/>
        <a:lstStyle/>
        <a:p>
          <a:endParaRPr lang="en-US"/>
        </a:p>
      </dgm:t>
    </dgm:pt>
    <dgm:pt modelId="{3634B3C5-06DD-4B71-861F-8E76760329F2}" type="pres">
      <dgm:prSet presAssocID="{7D561211-05C4-4E71-8C12-4A8AD83508AE}" presName="descendantText" presStyleLbl="alignAccFollowNode1" presStyleIdx="4" presStyleCnt="7">
        <dgm:presLayoutVars>
          <dgm:bulletEnabled val="1"/>
        </dgm:presLayoutVars>
      </dgm:prSet>
      <dgm:spPr/>
      <dgm:t>
        <a:bodyPr/>
        <a:lstStyle/>
        <a:p>
          <a:endParaRPr lang="en-US"/>
        </a:p>
      </dgm:t>
    </dgm:pt>
    <dgm:pt modelId="{3BE966C5-744C-42BC-AE8A-03E27D883166}" type="pres">
      <dgm:prSet presAssocID="{BA1880C5-B5BB-4679-A924-A723C986A009}" presName="sp" presStyleCnt="0"/>
      <dgm:spPr/>
    </dgm:pt>
    <dgm:pt modelId="{E05A0033-4483-491A-80D1-0A67C8A49B62}" type="pres">
      <dgm:prSet presAssocID="{17BC22A8-C094-4777-B7E0-96EAE4FD2143}" presName="linNode" presStyleCnt="0"/>
      <dgm:spPr/>
    </dgm:pt>
    <dgm:pt modelId="{83701BF4-053F-48A3-9E8B-D935AE773DF7}" type="pres">
      <dgm:prSet presAssocID="{17BC22A8-C094-4777-B7E0-96EAE4FD2143}" presName="parentText" presStyleLbl="node1" presStyleIdx="5" presStyleCnt="7">
        <dgm:presLayoutVars>
          <dgm:chMax val="1"/>
          <dgm:bulletEnabled val="1"/>
        </dgm:presLayoutVars>
      </dgm:prSet>
      <dgm:spPr/>
      <dgm:t>
        <a:bodyPr/>
        <a:lstStyle/>
        <a:p>
          <a:endParaRPr lang="en-US"/>
        </a:p>
      </dgm:t>
    </dgm:pt>
    <dgm:pt modelId="{600BFCAA-9E7D-4D39-993D-101C0ED32D71}" type="pres">
      <dgm:prSet presAssocID="{17BC22A8-C094-4777-B7E0-96EAE4FD2143}" presName="descendantText" presStyleLbl="alignAccFollowNode1" presStyleIdx="5" presStyleCnt="7">
        <dgm:presLayoutVars>
          <dgm:bulletEnabled val="1"/>
        </dgm:presLayoutVars>
      </dgm:prSet>
      <dgm:spPr/>
      <dgm:t>
        <a:bodyPr/>
        <a:lstStyle/>
        <a:p>
          <a:endParaRPr lang="en-US"/>
        </a:p>
      </dgm:t>
    </dgm:pt>
    <dgm:pt modelId="{2B4813C2-FC28-4D62-9101-556F222053B2}" type="pres">
      <dgm:prSet presAssocID="{78083D8F-4B4D-4175-9AA9-CE40939EFB90}" presName="sp" presStyleCnt="0"/>
      <dgm:spPr/>
    </dgm:pt>
    <dgm:pt modelId="{2E843344-42FA-4E22-AC89-501189F2241D}" type="pres">
      <dgm:prSet presAssocID="{3C4AAD97-5100-4134-8DC7-277080B49964}" presName="linNode" presStyleCnt="0"/>
      <dgm:spPr/>
    </dgm:pt>
    <dgm:pt modelId="{85535A09-1BEF-4783-A65A-BC3E7471972E}" type="pres">
      <dgm:prSet presAssocID="{3C4AAD97-5100-4134-8DC7-277080B49964}" presName="parentText" presStyleLbl="node1" presStyleIdx="6" presStyleCnt="7">
        <dgm:presLayoutVars>
          <dgm:chMax val="1"/>
          <dgm:bulletEnabled val="1"/>
        </dgm:presLayoutVars>
      </dgm:prSet>
      <dgm:spPr/>
      <dgm:t>
        <a:bodyPr/>
        <a:lstStyle/>
        <a:p>
          <a:endParaRPr lang="en-US"/>
        </a:p>
      </dgm:t>
    </dgm:pt>
    <dgm:pt modelId="{92598C4E-3FD2-416A-8E24-882846845721}" type="pres">
      <dgm:prSet presAssocID="{3C4AAD97-5100-4134-8DC7-277080B49964}" presName="descendantText" presStyleLbl="alignAccFollowNode1" presStyleIdx="6" presStyleCnt="7">
        <dgm:presLayoutVars>
          <dgm:bulletEnabled val="1"/>
        </dgm:presLayoutVars>
      </dgm:prSet>
      <dgm:spPr/>
      <dgm:t>
        <a:bodyPr/>
        <a:lstStyle/>
        <a:p>
          <a:endParaRPr lang="en-US"/>
        </a:p>
      </dgm:t>
    </dgm:pt>
  </dgm:ptLst>
  <dgm:cxnLst>
    <dgm:cxn modelId="{11D1C08E-4670-44B9-9CD2-F3AB8E0B6969}" srcId="{9F61AD0F-B094-4D79-B5E4-751B3572AD6D}" destId="{661F775D-23DE-47FE-9E74-E72DB74040F7}" srcOrd="0" destOrd="0" parTransId="{BD5EF7C4-B14C-4E02-9280-3AE60CAAF09E}" sibTransId="{550402B8-0237-4A7E-A1DE-DD25D341BACF}"/>
    <dgm:cxn modelId="{944409C8-9C8A-4378-910D-56E47E88CDDB}" srcId="{D3DCB23F-BB1F-43D2-95C2-A09B54413278}" destId="{DCE88A78-479C-4BE2-8C05-1D8F1D4EA6BF}" srcOrd="2" destOrd="0" parTransId="{1E3AD882-5950-4DF2-B962-73E3B6B27A13}" sibTransId="{6D974687-194B-413E-BE56-5841E74A6BD5}"/>
    <dgm:cxn modelId="{032F1895-FBD7-4648-A74A-04C076A337EB}" type="presOf" srcId="{2032782A-E30A-4C9A-A9B9-3B9E3A792457}" destId="{3634B3C5-06DD-4B71-861F-8E76760329F2}" srcOrd="0" destOrd="0" presId="urn:microsoft.com/office/officeart/2005/8/layout/vList5"/>
    <dgm:cxn modelId="{AA1A8FB2-B9F4-4436-8476-48A2F6E1CC8A}" type="presOf" srcId="{17BC22A8-C094-4777-B7E0-96EAE4FD2143}" destId="{83701BF4-053F-48A3-9E8B-D935AE773DF7}" srcOrd="0" destOrd="0" presId="urn:microsoft.com/office/officeart/2005/8/layout/vList5"/>
    <dgm:cxn modelId="{5668C3AA-30E7-436F-8329-A79665747AB2}" srcId="{D3DCB23F-BB1F-43D2-95C2-A09B54413278}" destId="{88B6D24A-CE2C-4895-B484-3BE33B0AB79D}" srcOrd="0" destOrd="0" parTransId="{5EEBBCD3-7EB3-4532-9B7A-16703AD73CD3}" sibTransId="{5FAC25B4-6D80-43D3-A8DF-BBC4CC720733}"/>
    <dgm:cxn modelId="{B6E23BE5-CFEE-457B-8BD1-6C39A41970AE}" type="presOf" srcId="{1135BE9C-C7D3-4050-9F5E-9BD65FC20E48}" destId="{0932724A-8F7A-448B-B0A8-8840162DE5B2}" srcOrd="0" destOrd="0" presId="urn:microsoft.com/office/officeart/2005/8/layout/vList5"/>
    <dgm:cxn modelId="{06931994-95A6-4CB1-BB6C-229E34374FB0}" srcId="{D3DCB23F-BB1F-43D2-95C2-A09B54413278}" destId="{1135BE9C-C7D3-4050-9F5E-9BD65FC20E48}" srcOrd="3" destOrd="0" parTransId="{AC7E06E9-D097-4C8C-9F02-0DA9615AF852}" sibTransId="{18CBE69F-1447-4835-81A3-0E607D4ADD39}"/>
    <dgm:cxn modelId="{190F678B-D762-4BB5-BEF2-82005F5031F4}" type="presOf" srcId="{88B6D24A-CE2C-4895-B484-3BE33B0AB79D}" destId="{D0B82A07-7FFC-42BE-B7A1-EC504DE6C251}" srcOrd="0" destOrd="0" presId="urn:microsoft.com/office/officeart/2005/8/layout/vList5"/>
    <dgm:cxn modelId="{39FF4207-9C7E-474A-9371-8D7586316166}" type="presOf" srcId="{E9BDFB06-ACC8-482D-91E8-24D30D2506CA}" destId="{600BFCAA-9E7D-4D39-993D-101C0ED32D71}" srcOrd="0" destOrd="0" presId="urn:microsoft.com/office/officeart/2005/8/layout/vList5"/>
    <dgm:cxn modelId="{B3C1797C-0F36-4D3D-B488-B1A02DF611D9}" srcId="{17BC22A8-C094-4777-B7E0-96EAE4FD2143}" destId="{E9BDFB06-ACC8-482D-91E8-24D30D2506CA}" srcOrd="0" destOrd="0" parTransId="{F5ECBF1C-3ECD-4E30-8688-8557DA859AC6}" sibTransId="{14EAFEF7-AF31-4B53-8616-D9E09E068D96}"/>
    <dgm:cxn modelId="{D05505CD-E080-4489-A5EF-8FE71BFD8099}" srcId="{88B6D24A-CE2C-4895-B484-3BE33B0AB79D}" destId="{1567686D-A4B1-4D07-BBC0-6F0C79684E7E}" srcOrd="0" destOrd="0" parTransId="{A2CEBE04-9305-4C85-9874-E82046B3D295}" sibTransId="{8E074858-2005-4F55-BE54-AE0C8DE671EE}"/>
    <dgm:cxn modelId="{30B68CC3-8373-417C-9711-EBCEE2FC73C6}" srcId="{D3DCB23F-BB1F-43D2-95C2-A09B54413278}" destId="{3C4AAD97-5100-4134-8DC7-277080B49964}" srcOrd="6" destOrd="0" parTransId="{0A19D3E3-4D77-459F-8D07-A5E882FD2A44}" sibTransId="{2E32A424-BE01-4AE1-8D21-775F32F31266}"/>
    <dgm:cxn modelId="{4CD82420-D328-45E3-90EF-C11B59A2CCE6}" srcId="{DCE88A78-479C-4BE2-8C05-1D8F1D4EA6BF}" destId="{2BCD3C38-8859-46FD-94EF-05E94786EF04}" srcOrd="0" destOrd="0" parTransId="{43F6432F-F411-4309-B4FB-AE153EEF4A4D}" sibTransId="{CB1C6B40-EF40-45B2-89B6-A0E6771C18DF}"/>
    <dgm:cxn modelId="{400536EA-8B53-44F2-93C5-613D2DE67D8F}" type="presOf" srcId="{DD4FF559-8BB5-4903-9250-1B2D9DC730D5}" destId="{F6610F68-8AFC-4516-A74E-AEF71F59D3D7}" srcOrd="0" destOrd="0" presId="urn:microsoft.com/office/officeart/2005/8/layout/vList5"/>
    <dgm:cxn modelId="{EA249AFD-3131-4883-A83F-91AC792DC06E}" type="presOf" srcId="{9F61AD0F-B094-4D79-B5E4-751B3572AD6D}" destId="{2F0FF323-AA66-494E-8DAF-FFD9A6CBD43E}" srcOrd="0" destOrd="0" presId="urn:microsoft.com/office/officeart/2005/8/layout/vList5"/>
    <dgm:cxn modelId="{2260621F-087F-4D82-80A9-FC4CDF3560A0}" srcId="{D3DCB23F-BB1F-43D2-95C2-A09B54413278}" destId="{7D561211-05C4-4E71-8C12-4A8AD83508AE}" srcOrd="4" destOrd="0" parTransId="{4987BFEF-75D1-4D2F-8B6E-9DDD4C68906B}" sibTransId="{BA1880C5-B5BB-4679-A924-A723C986A009}"/>
    <dgm:cxn modelId="{5F33683F-EB52-4E4A-9ADA-E0C447BCF4E0}" type="presOf" srcId="{7D561211-05C4-4E71-8C12-4A8AD83508AE}" destId="{B903A097-BC1D-4AC4-8782-5FF1E452C292}" srcOrd="0" destOrd="0" presId="urn:microsoft.com/office/officeart/2005/8/layout/vList5"/>
    <dgm:cxn modelId="{AE697367-E50D-48AC-A59D-EA1E4A1FE686}" type="presOf" srcId="{2BCD3C38-8859-46FD-94EF-05E94786EF04}" destId="{54B39087-E0CC-4A89-A9FA-F26991B705F3}" srcOrd="0" destOrd="0" presId="urn:microsoft.com/office/officeart/2005/8/layout/vList5"/>
    <dgm:cxn modelId="{3467B204-9A95-4377-A47F-4D7C77799D9E}" type="presOf" srcId="{DCE88A78-479C-4BE2-8C05-1D8F1D4EA6BF}" destId="{9015DAEC-42C6-4D5A-8838-17E85DD2F567}" srcOrd="0" destOrd="0" presId="urn:microsoft.com/office/officeart/2005/8/layout/vList5"/>
    <dgm:cxn modelId="{E3239D31-CE3E-4F91-92B2-E35714435BC8}" srcId="{1135BE9C-C7D3-4050-9F5E-9BD65FC20E48}" destId="{DD4FF559-8BB5-4903-9250-1B2D9DC730D5}" srcOrd="0" destOrd="0" parTransId="{E892B456-FC8F-4688-9829-9898175C274C}" sibTransId="{557FB1A4-17D1-4F62-9BA4-B2B8012E2EAB}"/>
    <dgm:cxn modelId="{E36728C2-44B0-492B-B76F-A55DF2DFF3A9}" type="presOf" srcId="{1567686D-A4B1-4D07-BBC0-6F0C79684E7E}" destId="{0D53CDC1-A385-490B-9BD0-A26651CD6A2E}" srcOrd="0" destOrd="0" presId="urn:microsoft.com/office/officeart/2005/8/layout/vList5"/>
    <dgm:cxn modelId="{59E923D5-645F-4C6A-9A7A-D85499E27B44}" srcId="{D3DCB23F-BB1F-43D2-95C2-A09B54413278}" destId="{9F61AD0F-B094-4D79-B5E4-751B3572AD6D}" srcOrd="1" destOrd="0" parTransId="{0F5A37EA-65B0-4A5D-8D6B-5E2F201B4F69}" sibTransId="{701BF2C8-E51F-4CCA-B53F-632A11C82EEF}"/>
    <dgm:cxn modelId="{B3890EE8-833B-48CE-800B-36EF0EB66A9F}" type="presOf" srcId="{661F775D-23DE-47FE-9E74-E72DB74040F7}" destId="{D0F38C8E-591F-4AFB-B4E4-23605A0CB038}" srcOrd="0" destOrd="0" presId="urn:microsoft.com/office/officeart/2005/8/layout/vList5"/>
    <dgm:cxn modelId="{24A535A3-27B3-4AC9-9F84-A93D66346398}" type="presOf" srcId="{D3DCB23F-BB1F-43D2-95C2-A09B54413278}" destId="{FD378377-2389-48B5-BDD0-24B000A79A66}" srcOrd="0" destOrd="0" presId="urn:microsoft.com/office/officeart/2005/8/layout/vList5"/>
    <dgm:cxn modelId="{EAA13344-A3A3-4F68-8CA0-1B19D07BD813}" type="presOf" srcId="{3C4AAD97-5100-4134-8DC7-277080B49964}" destId="{85535A09-1BEF-4783-A65A-BC3E7471972E}" srcOrd="0" destOrd="0" presId="urn:microsoft.com/office/officeart/2005/8/layout/vList5"/>
    <dgm:cxn modelId="{F9BDF053-F589-450E-9FAE-38B40E29B302}" srcId="{D3DCB23F-BB1F-43D2-95C2-A09B54413278}" destId="{17BC22A8-C094-4777-B7E0-96EAE4FD2143}" srcOrd="5" destOrd="0" parTransId="{E4AD39EA-5361-41F1-B59D-02B3297346A1}" sibTransId="{78083D8F-4B4D-4175-9AA9-CE40939EFB90}"/>
    <dgm:cxn modelId="{636C7FFD-8B91-458E-ADE9-6E013B071F4B}" srcId="{3C4AAD97-5100-4134-8DC7-277080B49964}" destId="{5EEEA4F3-798C-4FAC-A5D9-F0B24A4ED4C4}" srcOrd="0" destOrd="0" parTransId="{6EF4811A-E87F-4EC7-9313-F5393D211407}" sibTransId="{F02D9D97-3A56-4761-B854-1E1E2EB77C84}"/>
    <dgm:cxn modelId="{5895BDEA-AFCF-4BCE-8FA9-F51628CF3FC6}" srcId="{7D561211-05C4-4E71-8C12-4A8AD83508AE}" destId="{2032782A-E30A-4C9A-A9B9-3B9E3A792457}" srcOrd="0" destOrd="0" parTransId="{76DAA7BF-E989-4E7F-859D-C8C9A95197CD}" sibTransId="{01C4FA98-3024-465A-8C62-70D65CBC2406}"/>
    <dgm:cxn modelId="{B250AB72-5E2E-4DDD-8E72-8C1325BC0675}" type="presOf" srcId="{5EEEA4F3-798C-4FAC-A5D9-F0B24A4ED4C4}" destId="{92598C4E-3FD2-416A-8E24-882846845721}" srcOrd="0" destOrd="0" presId="urn:microsoft.com/office/officeart/2005/8/layout/vList5"/>
    <dgm:cxn modelId="{5FB205E8-41F6-40E2-8E7F-8327820B6C21}" type="presParOf" srcId="{FD378377-2389-48B5-BDD0-24B000A79A66}" destId="{B25F58F4-F20E-43A1-BE16-AEE3DD97F798}" srcOrd="0" destOrd="0" presId="urn:microsoft.com/office/officeart/2005/8/layout/vList5"/>
    <dgm:cxn modelId="{9E97AF97-FA7F-4C73-B6A7-DE8C5AD82C7E}" type="presParOf" srcId="{B25F58F4-F20E-43A1-BE16-AEE3DD97F798}" destId="{D0B82A07-7FFC-42BE-B7A1-EC504DE6C251}" srcOrd="0" destOrd="0" presId="urn:microsoft.com/office/officeart/2005/8/layout/vList5"/>
    <dgm:cxn modelId="{F9799D24-A380-4BA6-B8BD-1B8AF2D3BFC4}" type="presParOf" srcId="{B25F58F4-F20E-43A1-BE16-AEE3DD97F798}" destId="{0D53CDC1-A385-490B-9BD0-A26651CD6A2E}" srcOrd="1" destOrd="0" presId="urn:microsoft.com/office/officeart/2005/8/layout/vList5"/>
    <dgm:cxn modelId="{9B153609-B06D-42FA-9476-1D8BC0B4028E}" type="presParOf" srcId="{FD378377-2389-48B5-BDD0-24B000A79A66}" destId="{F22FA95F-4231-42C5-8685-2C7991D7558B}" srcOrd="1" destOrd="0" presId="urn:microsoft.com/office/officeart/2005/8/layout/vList5"/>
    <dgm:cxn modelId="{9D568D72-DEC8-42B6-846E-D1DBCAE8E831}" type="presParOf" srcId="{FD378377-2389-48B5-BDD0-24B000A79A66}" destId="{C2FB5C1D-C360-47D8-AE00-691ADDF3664F}" srcOrd="2" destOrd="0" presId="urn:microsoft.com/office/officeart/2005/8/layout/vList5"/>
    <dgm:cxn modelId="{AFBC72A1-2BAC-4086-BCC1-B1484659B367}" type="presParOf" srcId="{C2FB5C1D-C360-47D8-AE00-691ADDF3664F}" destId="{2F0FF323-AA66-494E-8DAF-FFD9A6CBD43E}" srcOrd="0" destOrd="0" presId="urn:microsoft.com/office/officeart/2005/8/layout/vList5"/>
    <dgm:cxn modelId="{534C0E3F-A4B0-4251-9E65-15FFE42D73BD}" type="presParOf" srcId="{C2FB5C1D-C360-47D8-AE00-691ADDF3664F}" destId="{D0F38C8E-591F-4AFB-B4E4-23605A0CB038}" srcOrd="1" destOrd="0" presId="urn:microsoft.com/office/officeart/2005/8/layout/vList5"/>
    <dgm:cxn modelId="{E987D155-FDA3-46CB-8653-0EC1C4E39B07}" type="presParOf" srcId="{FD378377-2389-48B5-BDD0-24B000A79A66}" destId="{D4090E3B-9CD0-4348-A66D-CB30D64201C7}" srcOrd="3" destOrd="0" presId="urn:microsoft.com/office/officeart/2005/8/layout/vList5"/>
    <dgm:cxn modelId="{FCA1F3A7-A809-412B-8D23-9DAD0F12BB34}" type="presParOf" srcId="{FD378377-2389-48B5-BDD0-24B000A79A66}" destId="{9A80F995-C28C-49AA-927D-6BFA0523C111}" srcOrd="4" destOrd="0" presId="urn:microsoft.com/office/officeart/2005/8/layout/vList5"/>
    <dgm:cxn modelId="{65C3B602-FC1A-4BB7-9C5A-A20C652C0174}" type="presParOf" srcId="{9A80F995-C28C-49AA-927D-6BFA0523C111}" destId="{9015DAEC-42C6-4D5A-8838-17E85DD2F567}" srcOrd="0" destOrd="0" presId="urn:microsoft.com/office/officeart/2005/8/layout/vList5"/>
    <dgm:cxn modelId="{6EE5122A-584D-45FF-9BE8-E27C0C100284}" type="presParOf" srcId="{9A80F995-C28C-49AA-927D-6BFA0523C111}" destId="{54B39087-E0CC-4A89-A9FA-F26991B705F3}" srcOrd="1" destOrd="0" presId="urn:microsoft.com/office/officeart/2005/8/layout/vList5"/>
    <dgm:cxn modelId="{36A7CC0A-37C5-438A-84F3-EFB0B7003E28}" type="presParOf" srcId="{FD378377-2389-48B5-BDD0-24B000A79A66}" destId="{555B5AA9-E630-4A16-B7A3-A78C4E2DFFDB}" srcOrd="5" destOrd="0" presId="urn:microsoft.com/office/officeart/2005/8/layout/vList5"/>
    <dgm:cxn modelId="{E435F40D-955E-4E12-B024-42B266FAC1B0}" type="presParOf" srcId="{FD378377-2389-48B5-BDD0-24B000A79A66}" destId="{4FB7CDC5-6DF3-4228-BFFC-F787FC3DF7B7}" srcOrd="6" destOrd="0" presId="urn:microsoft.com/office/officeart/2005/8/layout/vList5"/>
    <dgm:cxn modelId="{58DA5B55-1CF2-4DE4-B873-46B0D41BEE45}" type="presParOf" srcId="{4FB7CDC5-6DF3-4228-BFFC-F787FC3DF7B7}" destId="{0932724A-8F7A-448B-B0A8-8840162DE5B2}" srcOrd="0" destOrd="0" presId="urn:microsoft.com/office/officeart/2005/8/layout/vList5"/>
    <dgm:cxn modelId="{7D34DEE3-26A3-4DE4-A5BE-FACA79B519CE}" type="presParOf" srcId="{4FB7CDC5-6DF3-4228-BFFC-F787FC3DF7B7}" destId="{F6610F68-8AFC-4516-A74E-AEF71F59D3D7}" srcOrd="1" destOrd="0" presId="urn:microsoft.com/office/officeart/2005/8/layout/vList5"/>
    <dgm:cxn modelId="{D39711A5-D3A6-4EE4-A830-DD79EE6AF02E}" type="presParOf" srcId="{FD378377-2389-48B5-BDD0-24B000A79A66}" destId="{F68980A2-3140-4F5F-8EB9-A9894A5384D7}" srcOrd="7" destOrd="0" presId="urn:microsoft.com/office/officeart/2005/8/layout/vList5"/>
    <dgm:cxn modelId="{953E2F95-4613-4B75-9506-29C9ED02AF53}" type="presParOf" srcId="{FD378377-2389-48B5-BDD0-24B000A79A66}" destId="{15E86A3F-4EA9-46D1-9993-79CCF8A80415}" srcOrd="8" destOrd="0" presId="urn:microsoft.com/office/officeart/2005/8/layout/vList5"/>
    <dgm:cxn modelId="{DA13FA74-2C28-4C03-9AB5-63F332F1D220}" type="presParOf" srcId="{15E86A3F-4EA9-46D1-9993-79CCF8A80415}" destId="{B903A097-BC1D-4AC4-8782-5FF1E452C292}" srcOrd="0" destOrd="0" presId="urn:microsoft.com/office/officeart/2005/8/layout/vList5"/>
    <dgm:cxn modelId="{08A6A935-0452-423B-A401-ABC9CA90F8BD}" type="presParOf" srcId="{15E86A3F-4EA9-46D1-9993-79CCF8A80415}" destId="{3634B3C5-06DD-4B71-861F-8E76760329F2}" srcOrd="1" destOrd="0" presId="urn:microsoft.com/office/officeart/2005/8/layout/vList5"/>
    <dgm:cxn modelId="{EEE1F1EE-B8D3-4CC6-B01F-594D76665CF8}" type="presParOf" srcId="{FD378377-2389-48B5-BDD0-24B000A79A66}" destId="{3BE966C5-744C-42BC-AE8A-03E27D883166}" srcOrd="9" destOrd="0" presId="urn:microsoft.com/office/officeart/2005/8/layout/vList5"/>
    <dgm:cxn modelId="{D58EAF49-6EC1-42BD-B2F9-4FEAFBC618EA}" type="presParOf" srcId="{FD378377-2389-48B5-BDD0-24B000A79A66}" destId="{E05A0033-4483-491A-80D1-0A67C8A49B62}" srcOrd="10" destOrd="0" presId="urn:microsoft.com/office/officeart/2005/8/layout/vList5"/>
    <dgm:cxn modelId="{02AF327B-D5BE-4CE6-8B1E-8621D0A7DDCA}" type="presParOf" srcId="{E05A0033-4483-491A-80D1-0A67C8A49B62}" destId="{83701BF4-053F-48A3-9E8B-D935AE773DF7}" srcOrd="0" destOrd="0" presId="urn:microsoft.com/office/officeart/2005/8/layout/vList5"/>
    <dgm:cxn modelId="{7EC7C1E8-A681-4944-9A51-0E090A0A9459}" type="presParOf" srcId="{E05A0033-4483-491A-80D1-0A67C8A49B62}" destId="{600BFCAA-9E7D-4D39-993D-101C0ED32D71}" srcOrd="1" destOrd="0" presId="urn:microsoft.com/office/officeart/2005/8/layout/vList5"/>
    <dgm:cxn modelId="{6F44F300-72F3-41FD-8EBB-925F5A7412E2}" type="presParOf" srcId="{FD378377-2389-48B5-BDD0-24B000A79A66}" destId="{2B4813C2-FC28-4D62-9101-556F222053B2}" srcOrd="11" destOrd="0" presId="urn:microsoft.com/office/officeart/2005/8/layout/vList5"/>
    <dgm:cxn modelId="{506F535F-A2E9-4D6D-A6EB-8FC1D26CC224}" type="presParOf" srcId="{FD378377-2389-48B5-BDD0-24B000A79A66}" destId="{2E843344-42FA-4E22-AC89-501189F2241D}" srcOrd="12" destOrd="0" presId="urn:microsoft.com/office/officeart/2005/8/layout/vList5"/>
    <dgm:cxn modelId="{93A28EA6-3E2F-46F4-8E13-09D9A106EE61}" type="presParOf" srcId="{2E843344-42FA-4E22-AC89-501189F2241D}" destId="{85535A09-1BEF-4783-A65A-BC3E7471972E}" srcOrd="0" destOrd="0" presId="urn:microsoft.com/office/officeart/2005/8/layout/vList5"/>
    <dgm:cxn modelId="{C5119313-B798-45FA-90CD-CDE0054421FC}" type="presParOf" srcId="{2E843344-42FA-4E22-AC89-501189F2241D}" destId="{92598C4E-3FD2-416A-8E24-88284684572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75C838-D6F4-462E-A8CF-8551A944CD71}" type="doc">
      <dgm:prSet loTypeId="urn:microsoft.com/office/officeart/2016/7/layout/LinearArrowProcessNumbered" loCatId="process" qsTypeId="urn:microsoft.com/office/officeart/2005/8/quickstyle/simple1" qsCatId="simple" csTypeId="urn:microsoft.com/office/officeart/2005/8/colors/colorful2" csCatId="colorful" phldr="1"/>
      <dgm:spPr/>
      <dgm:t>
        <a:bodyPr/>
        <a:lstStyle/>
        <a:p>
          <a:endParaRPr lang="en-US"/>
        </a:p>
      </dgm:t>
    </dgm:pt>
    <dgm:pt modelId="{832B1BD1-D916-4DAC-8127-01ED6C6221E8}">
      <dgm:prSet/>
      <dgm:spPr/>
      <dgm:t>
        <a:bodyPr/>
        <a:lstStyle/>
        <a:p>
          <a:r>
            <a:rPr lang="en-US"/>
            <a:t>Traditional chatbots that rely solely on generative models often produce responses that are </a:t>
          </a:r>
          <a:r>
            <a:rPr lang="en-US" b="1"/>
            <a:t>fluent but lack factual accuracy</a:t>
          </a:r>
          <a:r>
            <a:rPr lang="en-US"/>
            <a:t>. These models generate text based on pre-trained knowledge and may </a:t>
          </a:r>
          <a:r>
            <a:rPr lang="en-US" b="1"/>
            <a:t>hallucinate incorrect information</a:t>
          </a:r>
          <a:r>
            <a:rPr lang="en-US"/>
            <a:t>, leading to unreliable or misleading responses.</a:t>
          </a:r>
        </a:p>
      </dgm:t>
    </dgm:pt>
    <dgm:pt modelId="{BF54EF56-1703-4FE6-9811-87F54BC8AC4E}" type="parTrans" cxnId="{04A7F9BF-DDFA-45B7-857F-0D70F49EDB33}">
      <dgm:prSet/>
      <dgm:spPr/>
      <dgm:t>
        <a:bodyPr/>
        <a:lstStyle/>
        <a:p>
          <a:endParaRPr lang="en-US"/>
        </a:p>
      </dgm:t>
    </dgm:pt>
    <dgm:pt modelId="{9AC6EF8B-1339-4467-B111-ED76E77257C3}" type="sibTrans" cxnId="{04A7F9BF-DDFA-45B7-857F-0D70F49EDB33}">
      <dgm:prSet phldrT="1" phldr="0"/>
      <dgm:spPr/>
      <dgm:t>
        <a:bodyPr/>
        <a:lstStyle/>
        <a:p>
          <a:r>
            <a:rPr lang="en-US"/>
            <a:t>1</a:t>
          </a:r>
        </a:p>
      </dgm:t>
    </dgm:pt>
    <dgm:pt modelId="{EF59B507-1DE6-44AC-BD9C-14514E89F775}">
      <dgm:prSet/>
      <dgm:spPr/>
      <dgm:t>
        <a:bodyPr/>
        <a:lstStyle/>
        <a:p>
          <a:r>
            <a:rPr lang="en-US"/>
            <a:t>To address this issue, there is a need for an </a:t>
          </a:r>
          <a:r>
            <a:rPr lang="en-US" b="1"/>
            <a:t>intelligent chatbot</a:t>
          </a:r>
          <a:r>
            <a:rPr lang="en-US"/>
            <a:t> that can:</a:t>
          </a:r>
        </a:p>
      </dgm:t>
    </dgm:pt>
    <dgm:pt modelId="{3966D598-91BF-4218-A5BD-45D712CB83FF}" type="parTrans" cxnId="{C0742016-7280-4BEF-872B-C8FB42E20F2C}">
      <dgm:prSet/>
      <dgm:spPr/>
      <dgm:t>
        <a:bodyPr/>
        <a:lstStyle/>
        <a:p>
          <a:endParaRPr lang="en-US"/>
        </a:p>
      </dgm:t>
    </dgm:pt>
    <dgm:pt modelId="{D9541319-D603-4209-8DE5-98E57E6EC3BD}" type="sibTrans" cxnId="{C0742016-7280-4BEF-872B-C8FB42E20F2C}">
      <dgm:prSet phldrT="2" phldr="0"/>
      <dgm:spPr/>
      <dgm:t>
        <a:bodyPr/>
        <a:lstStyle/>
        <a:p>
          <a:r>
            <a:rPr lang="en-US"/>
            <a:t>2</a:t>
          </a:r>
        </a:p>
      </dgm:t>
    </dgm:pt>
    <dgm:pt modelId="{DA6D895F-8AE6-4628-9CF7-ED345AC2707B}">
      <dgm:prSet/>
      <dgm:spPr/>
      <dgm:t>
        <a:bodyPr/>
        <a:lstStyle/>
        <a:p>
          <a:r>
            <a:rPr lang="en-US"/>
            <a:t>Retrieve </a:t>
          </a:r>
          <a:r>
            <a:rPr lang="en-US" b="1"/>
            <a:t>relevant and up-to-date</a:t>
          </a:r>
          <a:r>
            <a:rPr lang="en-US"/>
            <a:t> information from a structured knowledge base.</a:t>
          </a:r>
        </a:p>
      </dgm:t>
    </dgm:pt>
    <dgm:pt modelId="{14CFAB1E-A78B-4120-B5AE-1361A1F876CB}" type="parTrans" cxnId="{0070B8FC-7B1B-4956-B3DD-8861B195FD66}">
      <dgm:prSet/>
      <dgm:spPr/>
      <dgm:t>
        <a:bodyPr/>
        <a:lstStyle/>
        <a:p>
          <a:endParaRPr lang="en-US"/>
        </a:p>
      </dgm:t>
    </dgm:pt>
    <dgm:pt modelId="{363AB2BF-C0B6-4A39-B187-99D4519D0A2F}" type="sibTrans" cxnId="{0070B8FC-7B1B-4956-B3DD-8861B195FD66}">
      <dgm:prSet phldrT="3" phldr="0"/>
      <dgm:spPr/>
      <dgm:t>
        <a:bodyPr/>
        <a:lstStyle/>
        <a:p>
          <a:r>
            <a:rPr lang="en-US"/>
            <a:t>3</a:t>
          </a:r>
        </a:p>
      </dgm:t>
    </dgm:pt>
    <dgm:pt modelId="{C5DEC80D-3637-4A48-AE81-9CBB15D1BFD6}">
      <dgm:prSet/>
      <dgm:spPr/>
      <dgm:t>
        <a:bodyPr/>
        <a:lstStyle/>
        <a:p>
          <a:r>
            <a:rPr lang="en-US"/>
            <a:t>Generate </a:t>
          </a:r>
          <a:r>
            <a:rPr lang="en-US" b="1"/>
            <a:t>contextually rich</a:t>
          </a:r>
          <a:r>
            <a:rPr lang="en-US"/>
            <a:t> and </a:t>
          </a:r>
          <a:r>
            <a:rPr lang="en-US" b="1"/>
            <a:t>factually accurate</a:t>
          </a:r>
          <a:r>
            <a:rPr lang="en-US"/>
            <a:t> responses.</a:t>
          </a:r>
        </a:p>
      </dgm:t>
    </dgm:pt>
    <dgm:pt modelId="{24CC0CE8-E55C-4FB4-9EE2-2F2E9C5AE2D2}" type="parTrans" cxnId="{5D4F591B-E6BF-4E72-8561-9DC5A07DC9C3}">
      <dgm:prSet/>
      <dgm:spPr/>
      <dgm:t>
        <a:bodyPr/>
        <a:lstStyle/>
        <a:p>
          <a:endParaRPr lang="en-US"/>
        </a:p>
      </dgm:t>
    </dgm:pt>
    <dgm:pt modelId="{FA3FD5E4-D89B-49E7-A240-6DF5808B4B50}" type="sibTrans" cxnId="{5D4F591B-E6BF-4E72-8561-9DC5A07DC9C3}">
      <dgm:prSet phldrT="4" phldr="0"/>
      <dgm:spPr/>
      <dgm:t>
        <a:bodyPr/>
        <a:lstStyle/>
        <a:p>
          <a:r>
            <a:rPr lang="en-US"/>
            <a:t>4</a:t>
          </a:r>
        </a:p>
      </dgm:t>
    </dgm:pt>
    <dgm:pt modelId="{CE5ABADE-DC7A-4DAF-9EE8-FAE1F0303573}">
      <dgm:prSet/>
      <dgm:spPr/>
      <dgm:t>
        <a:bodyPr/>
        <a:lstStyle/>
        <a:p>
          <a:r>
            <a:rPr lang="en-US"/>
            <a:t>Provide </a:t>
          </a:r>
          <a:r>
            <a:rPr lang="en-US" b="1"/>
            <a:t>real-time, low-latency</a:t>
          </a:r>
          <a:r>
            <a:rPr lang="en-US"/>
            <a:t> answers for better user experience.</a:t>
          </a:r>
        </a:p>
      </dgm:t>
    </dgm:pt>
    <dgm:pt modelId="{FF075D4F-63FA-4DC2-83A5-5F358A63F89D}" type="parTrans" cxnId="{80053760-6144-4104-BBFF-8F5960C4C0E1}">
      <dgm:prSet/>
      <dgm:spPr/>
      <dgm:t>
        <a:bodyPr/>
        <a:lstStyle/>
        <a:p>
          <a:endParaRPr lang="en-US"/>
        </a:p>
      </dgm:t>
    </dgm:pt>
    <dgm:pt modelId="{0CE1140D-DC60-41B4-BE2A-2242F1EF3435}" type="sibTrans" cxnId="{80053760-6144-4104-BBFF-8F5960C4C0E1}">
      <dgm:prSet phldrT="5" phldr="0"/>
      <dgm:spPr/>
      <dgm:t>
        <a:bodyPr/>
        <a:lstStyle/>
        <a:p>
          <a:r>
            <a:rPr lang="en-US"/>
            <a:t>5</a:t>
          </a:r>
        </a:p>
      </dgm:t>
    </dgm:pt>
    <dgm:pt modelId="{0AD1C506-373D-41A6-BFE0-4D11BFCE79DC}">
      <dgm:prSet/>
      <dgm:spPr/>
      <dgm:t>
        <a:bodyPr/>
        <a:lstStyle/>
        <a:p>
          <a:r>
            <a:rPr lang="en-US" dirty="0"/>
            <a:t>This project aims to develop a </a:t>
          </a:r>
          <a:r>
            <a:rPr lang="en-US" b="1" dirty="0"/>
            <a:t>Retrieval-Augmented Generation (RAG) based chatbot</a:t>
          </a:r>
          <a:r>
            <a:rPr lang="en-US" dirty="0"/>
            <a:t>, which combines the capabilities of </a:t>
          </a:r>
          <a:r>
            <a:rPr lang="en-US" b="1" dirty="0"/>
            <a:t>information retrieval</a:t>
          </a:r>
          <a:r>
            <a:rPr lang="en-US" dirty="0"/>
            <a:t> with </a:t>
          </a:r>
          <a:r>
            <a:rPr lang="en-US" b="1" dirty="0"/>
            <a:t>natural language generation</a:t>
          </a:r>
          <a:r>
            <a:rPr lang="en-US" dirty="0"/>
            <a:t>. By integrating a </a:t>
          </a:r>
          <a:r>
            <a:rPr lang="en-US" b="1" dirty="0"/>
            <a:t>retriever module</a:t>
          </a:r>
          <a:r>
            <a:rPr lang="en-US" dirty="0"/>
            <a:t> to fetch relevant context and a </a:t>
          </a:r>
          <a:r>
            <a:rPr lang="en-US" b="1" dirty="0"/>
            <a:t>generator module</a:t>
          </a:r>
          <a:r>
            <a:rPr lang="en-US" dirty="0"/>
            <a:t> to synthesize meaningful responses, </a:t>
          </a:r>
        </a:p>
      </dgm:t>
    </dgm:pt>
    <dgm:pt modelId="{25AF2408-2543-4CD9-A447-A874BE6C4333}" type="parTrans" cxnId="{77B4C218-940F-42AB-8E25-C97360AA9AD2}">
      <dgm:prSet/>
      <dgm:spPr/>
      <dgm:t>
        <a:bodyPr/>
        <a:lstStyle/>
        <a:p>
          <a:endParaRPr lang="en-US"/>
        </a:p>
      </dgm:t>
    </dgm:pt>
    <dgm:pt modelId="{2F255A8E-C973-444A-B351-CEEDA59EF2EC}" type="sibTrans" cxnId="{77B4C218-940F-42AB-8E25-C97360AA9AD2}">
      <dgm:prSet phldrT="6" phldr="0"/>
      <dgm:spPr/>
      <dgm:t>
        <a:bodyPr/>
        <a:lstStyle/>
        <a:p>
          <a:r>
            <a:rPr lang="en-US"/>
            <a:t>6</a:t>
          </a:r>
        </a:p>
      </dgm:t>
    </dgm:pt>
    <dgm:pt modelId="{40497BA7-7C44-4864-8F8E-2C2D8D8B1F03}" type="pres">
      <dgm:prSet presAssocID="{3D75C838-D6F4-462E-A8CF-8551A944CD71}" presName="linearFlow" presStyleCnt="0">
        <dgm:presLayoutVars>
          <dgm:dir/>
          <dgm:animLvl val="lvl"/>
          <dgm:resizeHandles val="exact"/>
        </dgm:presLayoutVars>
      </dgm:prSet>
      <dgm:spPr/>
      <dgm:t>
        <a:bodyPr/>
        <a:lstStyle/>
        <a:p>
          <a:endParaRPr lang="en-US"/>
        </a:p>
      </dgm:t>
    </dgm:pt>
    <dgm:pt modelId="{512DEC9A-822E-4043-A5F6-AC86CAFBACCF}" type="pres">
      <dgm:prSet presAssocID="{832B1BD1-D916-4DAC-8127-01ED6C6221E8}" presName="compositeNode" presStyleCnt="0"/>
      <dgm:spPr/>
    </dgm:pt>
    <dgm:pt modelId="{DBDE27B2-E49D-4198-B1FC-1CE205A3BB06}" type="pres">
      <dgm:prSet presAssocID="{832B1BD1-D916-4DAC-8127-01ED6C6221E8}" presName="parTx" presStyleLbl="node1" presStyleIdx="0" presStyleCnt="0">
        <dgm:presLayoutVars>
          <dgm:chMax val="0"/>
          <dgm:chPref val="0"/>
          <dgm:bulletEnabled val="1"/>
        </dgm:presLayoutVars>
      </dgm:prSet>
      <dgm:spPr/>
    </dgm:pt>
    <dgm:pt modelId="{36063910-08E0-40EC-B779-46502CD5745D}" type="pres">
      <dgm:prSet presAssocID="{832B1BD1-D916-4DAC-8127-01ED6C6221E8}" presName="parSh" presStyleCnt="0"/>
      <dgm:spPr/>
    </dgm:pt>
    <dgm:pt modelId="{99F8329B-0A93-4C8D-929D-46224FDE75E5}" type="pres">
      <dgm:prSet presAssocID="{832B1BD1-D916-4DAC-8127-01ED6C6221E8}" presName="lineNode" presStyleLbl="alignAccFollowNode1" presStyleIdx="0" presStyleCnt="18"/>
      <dgm:spPr/>
    </dgm:pt>
    <dgm:pt modelId="{9A2B28CC-74AF-4D74-A8A7-5E40A213E715}" type="pres">
      <dgm:prSet presAssocID="{832B1BD1-D916-4DAC-8127-01ED6C6221E8}" presName="lineArrowNode" presStyleLbl="alignAccFollowNode1" presStyleIdx="1" presStyleCnt="18"/>
      <dgm:spPr/>
    </dgm:pt>
    <dgm:pt modelId="{82A80FDF-5C16-4EAC-8A98-C5F3700B81A2}" type="pres">
      <dgm:prSet presAssocID="{9AC6EF8B-1339-4467-B111-ED76E77257C3}" presName="sibTransNodeCircle" presStyleLbl="alignNode1" presStyleIdx="0" presStyleCnt="6">
        <dgm:presLayoutVars>
          <dgm:chMax val="0"/>
          <dgm:bulletEnabled/>
        </dgm:presLayoutVars>
      </dgm:prSet>
      <dgm:spPr/>
      <dgm:t>
        <a:bodyPr/>
        <a:lstStyle/>
        <a:p>
          <a:endParaRPr lang="en-US"/>
        </a:p>
      </dgm:t>
    </dgm:pt>
    <dgm:pt modelId="{B65D5F86-B6F0-48DB-9C33-F1630654A535}" type="pres">
      <dgm:prSet presAssocID="{9AC6EF8B-1339-4467-B111-ED76E77257C3}" presName="spacerBetweenCircleAndCallout" presStyleCnt="0">
        <dgm:presLayoutVars/>
      </dgm:prSet>
      <dgm:spPr/>
    </dgm:pt>
    <dgm:pt modelId="{122E81D9-903F-4A57-AFDE-6542D5E349E0}" type="pres">
      <dgm:prSet presAssocID="{832B1BD1-D916-4DAC-8127-01ED6C6221E8}" presName="nodeText" presStyleLbl="alignAccFollowNode1" presStyleIdx="2" presStyleCnt="18">
        <dgm:presLayoutVars>
          <dgm:bulletEnabled val="1"/>
        </dgm:presLayoutVars>
      </dgm:prSet>
      <dgm:spPr/>
      <dgm:t>
        <a:bodyPr/>
        <a:lstStyle/>
        <a:p>
          <a:endParaRPr lang="en-US"/>
        </a:p>
      </dgm:t>
    </dgm:pt>
    <dgm:pt modelId="{17CF38E1-2E72-4273-824D-E07570C4D516}" type="pres">
      <dgm:prSet presAssocID="{9AC6EF8B-1339-4467-B111-ED76E77257C3}" presName="sibTransComposite" presStyleCnt="0"/>
      <dgm:spPr/>
    </dgm:pt>
    <dgm:pt modelId="{B8B2C51A-C0D8-4F00-A727-A784EB34E978}" type="pres">
      <dgm:prSet presAssocID="{EF59B507-1DE6-44AC-BD9C-14514E89F775}" presName="compositeNode" presStyleCnt="0"/>
      <dgm:spPr/>
    </dgm:pt>
    <dgm:pt modelId="{A40BB720-34A5-48BB-B7BE-F4D5F51CEC47}" type="pres">
      <dgm:prSet presAssocID="{EF59B507-1DE6-44AC-BD9C-14514E89F775}" presName="parTx" presStyleLbl="node1" presStyleIdx="0" presStyleCnt="0">
        <dgm:presLayoutVars>
          <dgm:chMax val="0"/>
          <dgm:chPref val="0"/>
          <dgm:bulletEnabled val="1"/>
        </dgm:presLayoutVars>
      </dgm:prSet>
      <dgm:spPr/>
    </dgm:pt>
    <dgm:pt modelId="{048B855D-A1A5-43D0-B8CB-58BFA7B9785A}" type="pres">
      <dgm:prSet presAssocID="{EF59B507-1DE6-44AC-BD9C-14514E89F775}" presName="parSh" presStyleCnt="0"/>
      <dgm:spPr/>
    </dgm:pt>
    <dgm:pt modelId="{E9203837-21A2-49BF-8BDB-044E7BD08F5A}" type="pres">
      <dgm:prSet presAssocID="{EF59B507-1DE6-44AC-BD9C-14514E89F775}" presName="lineNode" presStyleLbl="alignAccFollowNode1" presStyleIdx="3" presStyleCnt="18"/>
      <dgm:spPr/>
    </dgm:pt>
    <dgm:pt modelId="{7603C1CF-D530-4A99-8B6A-140E1E836ACE}" type="pres">
      <dgm:prSet presAssocID="{EF59B507-1DE6-44AC-BD9C-14514E89F775}" presName="lineArrowNode" presStyleLbl="alignAccFollowNode1" presStyleIdx="4" presStyleCnt="18"/>
      <dgm:spPr/>
    </dgm:pt>
    <dgm:pt modelId="{316BD30D-0BA3-4055-BF78-6F42A5467022}" type="pres">
      <dgm:prSet presAssocID="{D9541319-D603-4209-8DE5-98E57E6EC3BD}" presName="sibTransNodeCircle" presStyleLbl="alignNode1" presStyleIdx="1" presStyleCnt="6">
        <dgm:presLayoutVars>
          <dgm:chMax val="0"/>
          <dgm:bulletEnabled/>
        </dgm:presLayoutVars>
      </dgm:prSet>
      <dgm:spPr/>
      <dgm:t>
        <a:bodyPr/>
        <a:lstStyle/>
        <a:p>
          <a:endParaRPr lang="en-US"/>
        </a:p>
      </dgm:t>
    </dgm:pt>
    <dgm:pt modelId="{F0A8A4F0-C829-42AF-A0CC-85CFA1F8110F}" type="pres">
      <dgm:prSet presAssocID="{D9541319-D603-4209-8DE5-98E57E6EC3BD}" presName="spacerBetweenCircleAndCallout" presStyleCnt="0">
        <dgm:presLayoutVars/>
      </dgm:prSet>
      <dgm:spPr/>
    </dgm:pt>
    <dgm:pt modelId="{4BE5CD04-AA7E-4FD0-9A0F-1C3493DEE91A}" type="pres">
      <dgm:prSet presAssocID="{EF59B507-1DE6-44AC-BD9C-14514E89F775}" presName="nodeText" presStyleLbl="alignAccFollowNode1" presStyleIdx="5" presStyleCnt="18">
        <dgm:presLayoutVars>
          <dgm:bulletEnabled val="1"/>
        </dgm:presLayoutVars>
      </dgm:prSet>
      <dgm:spPr/>
      <dgm:t>
        <a:bodyPr/>
        <a:lstStyle/>
        <a:p>
          <a:endParaRPr lang="en-US"/>
        </a:p>
      </dgm:t>
    </dgm:pt>
    <dgm:pt modelId="{D50C7DD8-55E6-4C75-867A-B71A416E4BD5}" type="pres">
      <dgm:prSet presAssocID="{D9541319-D603-4209-8DE5-98E57E6EC3BD}" presName="sibTransComposite" presStyleCnt="0"/>
      <dgm:spPr/>
    </dgm:pt>
    <dgm:pt modelId="{E1BCEE72-195E-48CB-A1F5-278AF0A9C072}" type="pres">
      <dgm:prSet presAssocID="{DA6D895F-8AE6-4628-9CF7-ED345AC2707B}" presName="compositeNode" presStyleCnt="0"/>
      <dgm:spPr/>
    </dgm:pt>
    <dgm:pt modelId="{08B2612C-CCD3-4585-BCE1-08FA1F84F351}" type="pres">
      <dgm:prSet presAssocID="{DA6D895F-8AE6-4628-9CF7-ED345AC2707B}" presName="parTx" presStyleLbl="node1" presStyleIdx="0" presStyleCnt="0">
        <dgm:presLayoutVars>
          <dgm:chMax val="0"/>
          <dgm:chPref val="0"/>
          <dgm:bulletEnabled val="1"/>
        </dgm:presLayoutVars>
      </dgm:prSet>
      <dgm:spPr/>
    </dgm:pt>
    <dgm:pt modelId="{3A88AB23-CC48-4E70-A53C-EBA591369588}" type="pres">
      <dgm:prSet presAssocID="{DA6D895F-8AE6-4628-9CF7-ED345AC2707B}" presName="parSh" presStyleCnt="0"/>
      <dgm:spPr/>
    </dgm:pt>
    <dgm:pt modelId="{47235C43-75F7-4B69-BC7B-02F0E3AA2B2B}" type="pres">
      <dgm:prSet presAssocID="{DA6D895F-8AE6-4628-9CF7-ED345AC2707B}" presName="lineNode" presStyleLbl="alignAccFollowNode1" presStyleIdx="6" presStyleCnt="18"/>
      <dgm:spPr/>
    </dgm:pt>
    <dgm:pt modelId="{A6B594C0-05CC-44D4-80CA-FAA2B8CEF818}" type="pres">
      <dgm:prSet presAssocID="{DA6D895F-8AE6-4628-9CF7-ED345AC2707B}" presName="lineArrowNode" presStyleLbl="alignAccFollowNode1" presStyleIdx="7" presStyleCnt="18"/>
      <dgm:spPr/>
    </dgm:pt>
    <dgm:pt modelId="{668A3783-176A-46A0-B320-DD6DE2416314}" type="pres">
      <dgm:prSet presAssocID="{363AB2BF-C0B6-4A39-B187-99D4519D0A2F}" presName="sibTransNodeCircle" presStyleLbl="alignNode1" presStyleIdx="2" presStyleCnt="6">
        <dgm:presLayoutVars>
          <dgm:chMax val="0"/>
          <dgm:bulletEnabled/>
        </dgm:presLayoutVars>
      </dgm:prSet>
      <dgm:spPr/>
      <dgm:t>
        <a:bodyPr/>
        <a:lstStyle/>
        <a:p>
          <a:endParaRPr lang="en-US"/>
        </a:p>
      </dgm:t>
    </dgm:pt>
    <dgm:pt modelId="{7633B335-E0B0-4E7B-B828-25271B257ECB}" type="pres">
      <dgm:prSet presAssocID="{363AB2BF-C0B6-4A39-B187-99D4519D0A2F}" presName="spacerBetweenCircleAndCallout" presStyleCnt="0">
        <dgm:presLayoutVars/>
      </dgm:prSet>
      <dgm:spPr/>
    </dgm:pt>
    <dgm:pt modelId="{7329E311-FC28-4E92-A3FF-1F3E05FDBB8F}" type="pres">
      <dgm:prSet presAssocID="{DA6D895F-8AE6-4628-9CF7-ED345AC2707B}" presName="nodeText" presStyleLbl="alignAccFollowNode1" presStyleIdx="8" presStyleCnt="18">
        <dgm:presLayoutVars>
          <dgm:bulletEnabled val="1"/>
        </dgm:presLayoutVars>
      </dgm:prSet>
      <dgm:spPr/>
      <dgm:t>
        <a:bodyPr/>
        <a:lstStyle/>
        <a:p>
          <a:endParaRPr lang="en-US"/>
        </a:p>
      </dgm:t>
    </dgm:pt>
    <dgm:pt modelId="{638D52BF-953F-466C-B721-C3A8FC0F71A9}" type="pres">
      <dgm:prSet presAssocID="{363AB2BF-C0B6-4A39-B187-99D4519D0A2F}" presName="sibTransComposite" presStyleCnt="0"/>
      <dgm:spPr/>
    </dgm:pt>
    <dgm:pt modelId="{D3F2AD43-32C1-4C53-8CA0-9EFFD7B38567}" type="pres">
      <dgm:prSet presAssocID="{C5DEC80D-3637-4A48-AE81-9CBB15D1BFD6}" presName="compositeNode" presStyleCnt="0"/>
      <dgm:spPr/>
    </dgm:pt>
    <dgm:pt modelId="{778A6A3B-92A4-4AF8-8B7F-8DA7505FABFC}" type="pres">
      <dgm:prSet presAssocID="{C5DEC80D-3637-4A48-AE81-9CBB15D1BFD6}" presName="parTx" presStyleLbl="node1" presStyleIdx="0" presStyleCnt="0">
        <dgm:presLayoutVars>
          <dgm:chMax val="0"/>
          <dgm:chPref val="0"/>
          <dgm:bulletEnabled val="1"/>
        </dgm:presLayoutVars>
      </dgm:prSet>
      <dgm:spPr/>
    </dgm:pt>
    <dgm:pt modelId="{AB18979B-D957-4FCA-9905-35A476240C74}" type="pres">
      <dgm:prSet presAssocID="{C5DEC80D-3637-4A48-AE81-9CBB15D1BFD6}" presName="parSh" presStyleCnt="0"/>
      <dgm:spPr/>
    </dgm:pt>
    <dgm:pt modelId="{69202ABD-DCAD-4C7B-BEBF-2C1FEC85D641}" type="pres">
      <dgm:prSet presAssocID="{C5DEC80D-3637-4A48-AE81-9CBB15D1BFD6}" presName="lineNode" presStyleLbl="alignAccFollowNode1" presStyleIdx="9" presStyleCnt="18"/>
      <dgm:spPr/>
    </dgm:pt>
    <dgm:pt modelId="{9210EFF7-B271-4B44-8F2D-F03E9437077A}" type="pres">
      <dgm:prSet presAssocID="{C5DEC80D-3637-4A48-AE81-9CBB15D1BFD6}" presName="lineArrowNode" presStyleLbl="alignAccFollowNode1" presStyleIdx="10" presStyleCnt="18"/>
      <dgm:spPr/>
    </dgm:pt>
    <dgm:pt modelId="{0914F67F-21D6-4AB9-AFA0-B4B0AE2D63B8}" type="pres">
      <dgm:prSet presAssocID="{FA3FD5E4-D89B-49E7-A240-6DF5808B4B50}" presName="sibTransNodeCircle" presStyleLbl="alignNode1" presStyleIdx="3" presStyleCnt="6">
        <dgm:presLayoutVars>
          <dgm:chMax val="0"/>
          <dgm:bulletEnabled/>
        </dgm:presLayoutVars>
      </dgm:prSet>
      <dgm:spPr/>
      <dgm:t>
        <a:bodyPr/>
        <a:lstStyle/>
        <a:p>
          <a:endParaRPr lang="en-US"/>
        </a:p>
      </dgm:t>
    </dgm:pt>
    <dgm:pt modelId="{A56C43B1-2E4A-4E42-9B3B-F5BBB2F562E3}" type="pres">
      <dgm:prSet presAssocID="{FA3FD5E4-D89B-49E7-A240-6DF5808B4B50}" presName="spacerBetweenCircleAndCallout" presStyleCnt="0">
        <dgm:presLayoutVars/>
      </dgm:prSet>
      <dgm:spPr/>
    </dgm:pt>
    <dgm:pt modelId="{0E074857-F03A-4546-9F77-C01BD51F3DF5}" type="pres">
      <dgm:prSet presAssocID="{C5DEC80D-3637-4A48-AE81-9CBB15D1BFD6}" presName="nodeText" presStyleLbl="alignAccFollowNode1" presStyleIdx="11" presStyleCnt="18">
        <dgm:presLayoutVars>
          <dgm:bulletEnabled val="1"/>
        </dgm:presLayoutVars>
      </dgm:prSet>
      <dgm:spPr/>
      <dgm:t>
        <a:bodyPr/>
        <a:lstStyle/>
        <a:p>
          <a:endParaRPr lang="en-US"/>
        </a:p>
      </dgm:t>
    </dgm:pt>
    <dgm:pt modelId="{AACB3C1D-F72D-4D5C-AF7E-A5A1853FED82}" type="pres">
      <dgm:prSet presAssocID="{FA3FD5E4-D89B-49E7-A240-6DF5808B4B50}" presName="sibTransComposite" presStyleCnt="0"/>
      <dgm:spPr/>
    </dgm:pt>
    <dgm:pt modelId="{ABB724A9-8739-45D3-A0CD-448F409F6F04}" type="pres">
      <dgm:prSet presAssocID="{CE5ABADE-DC7A-4DAF-9EE8-FAE1F0303573}" presName="compositeNode" presStyleCnt="0"/>
      <dgm:spPr/>
    </dgm:pt>
    <dgm:pt modelId="{62F8455C-7268-495B-A9EB-A52AFC76EF31}" type="pres">
      <dgm:prSet presAssocID="{CE5ABADE-DC7A-4DAF-9EE8-FAE1F0303573}" presName="parTx" presStyleLbl="node1" presStyleIdx="0" presStyleCnt="0">
        <dgm:presLayoutVars>
          <dgm:chMax val="0"/>
          <dgm:chPref val="0"/>
          <dgm:bulletEnabled val="1"/>
        </dgm:presLayoutVars>
      </dgm:prSet>
      <dgm:spPr/>
    </dgm:pt>
    <dgm:pt modelId="{FE4021A3-8C68-43E1-A01F-3D0D47411A9C}" type="pres">
      <dgm:prSet presAssocID="{CE5ABADE-DC7A-4DAF-9EE8-FAE1F0303573}" presName="parSh" presStyleCnt="0"/>
      <dgm:spPr/>
    </dgm:pt>
    <dgm:pt modelId="{FB6F6312-E656-4648-AA08-34EED405C7D5}" type="pres">
      <dgm:prSet presAssocID="{CE5ABADE-DC7A-4DAF-9EE8-FAE1F0303573}" presName="lineNode" presStyleLbl="alignAccFollowNode1" presStyleIdx="12" presStyleCnt="18"/>
      <dgm:spPr/>
    </dgm:pt>
    <dgm:pt modelId="{D8C5940F-D295-4ACB-822B-60BAC524CF57}" type="pres">
      <dgm:prSet presAssocID="{CE5ABADE-DC7A-4DAF-9EE8-FAE1F0303573}" presName="lineArrowNode" presStyleLbl="alignAccFollowNode1" presStyleIdx="13" presStyleCnt="18"/>
      <dgm:spPr/>
    </dgm:pt>
    <dgm:pt modelId="{858495CE-F67C-4595-A31D-D8A54980CE97}" type="pres">
      <dgm:prSet presAssocID="{0CE1140D-DC60-41B4-BE2A-2242F1EF3435}" presName="sibTransNodeCircle" presStyleLbl="alignNode1" presStyleIdx="4" presStyleCnt="6">
        <dgm:presLayoutVars>
          <dgm:chMax val="0"/>
          <dgm:bulletEnabled/>
        </dgm:presLayoutVars>
      </dgm:prSet>
      <dgm:spPr/>
      <dgm:t>
        <a:bodyPr/>
        <a:lstStyle/>
        <a:p>
          <a:endParaRPr lang="en-US"/>
        </a:p>
      </dgm:t>
    </dgm:pt>
    <dgm:pt modelId="{9933101D-81EE-406B-9BF8-D9DC24328312}" type="pres">
      <dgm:prSet presAssocID="{0CE1140D-DC60-41B4-BE2A-2242F1EF3435}" presName="spacerBetweenCircleAndCallout" presStyleCnt="0">
        <dgm:presLayoutVars/>
      </dgm:prSet>
      <dgm:spPr/>
    </dgm:pt>
    <dgm:pt modelId="{9315B05F-C396-4146-8B37-B30DBE0B7238}" type="pres">
      <dgm:prSet presAssocID="{CE5ABADE-DC7A-4DAF-9EE8-FAE1F0303573}" presName="nodeText" presStyleLbl="alignAccFollowNode1" presStyleIdx="14" presStyleCnt="18">
        <dgm:presLayoutVars>
          <dgm:bulletEnabled val="1"/>
        </dgm:presLayoutVars>
      </dgm:prSet>
      <dgm:spPr/>
      <dgm:t>
        <a:bodyPr/>
        <a:lstStyle/>
        <a:p>
          <a:endParaRPr lang="en-US"/>
        </a:p>
      </dgm:t>
    </dgm:pt>
    <dgm:pt modelId="{D6D63600-75FA-451D-A703-39BC7BE76300}" type="pres">
      <dgm:prSet presAssocID="{0CE1140D-DC60-41B4-BE2A-2242F1EF3435}" presName="sibTransComposite" presStyleCnt="0"/>
      <dgm:spPr/>
    </dgm:pt>
    <dgm:pt modelId="{4B4CC737-1814-4CBD-8E38-DF5ED965266C}" type="pres">
      <dgm:prSet presAssocID="{0AD1C506-373D-41A6-BFE0-4D11BFCE79DC}" presName="compositeNode" presStyleCnt="0"/>
      <dgm:spPr/>
    </dgm:pt>
    <dgm:pt modelId="{E0C31023-1AB7-45CB-BDC1-9143660882E7}" type="pres">
      <dgm:prSet presAssocID="{0AD1C506-373D-41A6-BFE0-4D11BFCE79DC}" presName="parTx" presStyleLbl="node1" presStyleIdx="0" presStyleCnt="0">
        <dgm:presLayoutVars>
          <dgm:chMax val="0"/>
          <dgm:chPref val="0"/>
          <dgm:bulletEnabled val="1"/>
        </dgm:presLayoutVars>
      </dgm:prSet>
      <dgm:spPr/>
    </dgm:pt>
    <dgm:pt modelId="{7108F493-4A41-41B7-9701-8EBAF05BCF3B}" type="pres">
      <dgm:prSet presAssocID="{0AD1C506-373D-41A6-BFE0-4D11BFCE79DC}" presName="parSh" presStyleCnt="0"/>
      <dgm:spPr/>
    </dgm:pt>
    <dgm:pt modelId="{65DBC34D-3BD3-4D14-A5CC-2AC22DB79E21}" type="pres">
      <dgm:prSet presAssocID="{0AD1C506-373D-41A6-BFE0-4D11BFCE79DC}" presName="lineNode" presStyleLbl="alignAccFollowNode1" presStyleIdx="15" presStyleCnt="18"/>
      <dgm:spPr/>
    </dgm:pt>
    <dgm:pt modelId="{F468D5EB-7933-4115-ADF1-1A1AA4FA850B}" type="pres">
      <dgm:prSet presAssocID="{0AD1C506-373D-41A6-BFE0-4D11BFCE79DC}" presName="lineArrowNode" presStyleLbl="alignAccFollowNode1" presStyleIdx="16" presStyleCnt="18"/>
      <dgm:spPr/>
    </dgm:pt>
    <dgm:pt modelId="{E33D7358-AAB2-48EB-97A8-8C9510FE42CA}" type="pres">
      <dgm:prSet presAssocID="{2F255A8E-C973-444A-B351-CEEDA59EF2EC}" presName="sibTransNodeCircle" presStyleLbl="alignNode1" presStyleIdx="5" presStyleCnt="6">
        <dgm:presLayoutVars>
          <dgm:chMax val="0"/>
          <dgm:bulletEnabled/>
        </dgm:presLayoutVars>
      </dgm:prSet>
      <dgm:spPr/>
      <dgm:t>
        <a:bodyPr/>
        <a:lstStyle/>
        <a:p>
          <a:endParaRPr lang="en-US"/>
        </a:p>
      </dgm:t>
    </dgm:pt>
    <dgm:pt modelId="{7C445C1B-5946-4B9F-A844-68FC06723A27}" type="pres">
      <dgm:prSet presAssocID="{2F255A8E-C973-444A-B351-CEEDA59EF2EC}" presName="spacerBetweenCircleAndCallout" presStyleCnt="0">
        <dgm:presLayoutVars/>
      </dgm:prSet>
      <dgm:spPr/>
    </dgm:pt>
    <dgm:pt modelId="{AC0CA146-35DA-4FE6-B046-B5056C98C712}" type="pres">
      <dgm:prSet presAssocID="{0AD1C506-373D-41A6-BFE0-4D11BFCE79DC}" presName="nodeText" presStyleLbl="alignAccFollowNode1" presStyleIdx="17" presStyleCnt="18">
        <dgm:presLayoutVars>
          <dgm:bulletEnabled val="1"/>
        </dgm:presLayoutVars>
      </dgm:prSet>
      <dgm:spPr/>
      <dgm:t>
        <a:bodyPr/>
        <a:lstStyle/>
        <a:p>
          <a:endParaRPr lang="en-US"/>
        </a:p>
      </dgm:t>
    </dgm:pt>
  </dgm:ptLst>
  <dgm:cxnLst>
    <dgm:cxn modelId="{D9660015-45E4-425F-9F54-2A7902563C84}" type="presOf" srcId="{D9541319-D603-4209-8DE5-98E57E6EC3BD}" destId="{316BD30D-0BA3-4055-BF78-6F42A5467022}" srcOrd="0" destOrd="0" presId="urn:microsoft.com/office/officeart/2016/7/layout/LinearArrowProcessNumbered"/>
    <dgm:cxn modelId="{0070B8FC-7B1B-4956-B3DD-8861B195FD66}" srcId="{3D75C838-D6F4-462E-A8CF-8551A944CD71}" destId="{DA6D895F-8AE6-4628-9CF7-ED345AC2707B}" srcOrd="2" destOrd="0" parTransId="{14CFAB1E-A78B-4120-B5AE-1361A1F876CB}" sibTransId="{363AB2BF-C0B6-4A39-B187-99D4519D0A2F}"/>
    <dgm:cxn modelId="{DCC8186A-9174-4892-AA3D-4402F7EAF8A2}" type="presOf" srcId="{832B1BD1-D916-4DAC-8127-01ED6C6221E8}" destId="{122E81D9-903F-4A57-AFDE-6542D5E349E0}" srcOrd="0" destOrd="0" presId="urn:microsoft.com/office/officeart/2016/7/layout/LinearArrowProcessNumbered"/>
    <dgm:cxn modelId="{C0742016-7280-4BEF-872B-C8FB42E20F2C}" srcId="{3D75C838-D6F4-462E-A8CF-8551A944CD71}" destId="{EF59B507-1DE6-44AC-BD9C-14514E89F775}" srcOrd="1" destOrd="0" parTransId="{3966D598-91BF-4218-A5BD-45D712CB83FF}" sibTransId="{D9541319-D603-4209-8DE5-98E57E6EC3BD}"/>
    <dgm:cxn modelId="{D6D990E3-2127-4685-8D42-EE21A9175D08}" type="presOf" srcId="{FA3FD5E4-D89B-49E7-A240-6DF5808B4B50}" destId="{0914F67F-21D6-4AB9-AFA0-B4B0AE2D63B8}" srcOrd="0" destOrd="0" presId="urn:microsoft.com/office/officeart/2016/7/layout/LinearArrowProcessNumbered"/>
    <dgm:cxn modelId="{5FA82C20-31D6-4B6D-8545-EE34568B5E91}" type="presOf" srcId="{0CE1140D-DC60-41B4-BE2A-2242F1EF3435}" destId="{858495CE-F67C-4595-A31D-D8A54980CE97}" srcOrd="0" destOrd="0" presId="urn:microsoft.com/office/officeart/2016/7/layout/LinearArrowProcessNumbered"/>
    <dgm:cxn modelId="{04A7F9BF-DDFA-45B7-857F-0D70F49EDB33}" srcId="{3D75C838-D6F4-462E-A8CF-8551A944CD71}" destId="{832B1BD1-D916-4DAC-8127-01ED6C6221E8}" srcOrd="0" destOrd="0" parTransId="{BF54EF56-1703-4FE6-9811-87F54BC8AC4E}" sibTransId="{9AC6EF8B-1339-4467-B111-ED76E77257C3}"/>
    <dgm:cxn modelId="{E2D80A3F-3607-4DBF-9F85-8F4BE0007851}" type="presOf" srcId="{0AD1C506-373D-41A6-BFE0-4D11BFCE79DC}" destId="{AC0CA146-35DA-4FE6-B046-B5056C98C712}" srcOrd="0" destOrd="0" presId="urn:microsoft.com/office/officeart/2016/7/layout/LinearArrowProcessNumbered"/>
    <dgm:cxn modelId="{058F4774-FAFA-45FD-844A-4A9A75F0E69B}" type="presOf" srcId="{2F255A8E-C973-444A-B351-CEEDA59EF2EC}" destId="{E33D7358-AAB2-48EB-97A8-8C9510FE42CA}" srcOrd="0" destOrd="0" presId="urn:microsoft.com/office/officeart/2016/7/layout/LinearArrowProcessNumbered"/>
    <dgm:cxn modelId="{EC39D513-1EA9-47E9-B135-40A1A903A521}" type="presOf" srcId="{9AC6EF8B-1339-4467-B111-ED76E77257C3}" destId="{82A80FDF-5C16-4EAC-8A98-C5F3700B81A2}" srcOrd="0" destOrd="0" presId="urn:microsoft.com/office/officeart/2016/7/layout/LinearArrowProcessNumbered"/>
    <dgm:cxn modelId="{80053760-6144-4104-BBFF-8F5960C4C0E1}" srcId="{3D75C838-D6F4-462E-A8CF-8551A944CD71}" destId="{CE5ABADE-DC7A-4DAF-9EE8-FAE1F0303573}" srcOrd="4" destOrd="0" parTransId="{FF075D4F-63FA-4DC2-83A5-5F358A63F89D}" sibTransId="{0CE1140D-DC60-41B4-BE2A-2242F1EF3435}"/>
    <dgm:cxn modelId="{1889EF91-55C4-41E8-B2A1-B3B2FDC1B20C}" type="presOf" srcId="{C5DEC80D-3637-4A48-AE81-9CBB15D1BFD6}" destId="{0E074857-F03A-4546-9F77-C01BD51F3DF5}" srcOrd="0" destOrd="0" presId="urn:microsoft.com/office/officeart/2016/7/layout/LinearArrowProcessNumbered"/>
    <dgm:cxn modelId="{E4872A59-BE44-4624-88A9-C01EA01B957C}" type="presOf" srcId="{363AB2BF-C0B6-4A39-B187-99D4519D0A2F}" destId="{668A3783-176A-46A0-B320-DD6DE2416314}" srcOrd="0" destOrd="0" presId="urn:microsoft.com/office/officeart/2016/7/layout/LinearArrowProcessNumbered"/>
    <dgm:cxn modelId="{77B4C218-940F-42AB-8E25-C97360AA9AD2}" srcId="{3D75C838-D6F4-462E-A8CF-8551A944CD71}" destId="{0AD1C506-373D-41A6-BFE0-4D11BFCE79DC}" srcOrd="5" destOrd="0" parTransId="{25AF2408-2543-4CD9-A447-A874BE6C4333}" sibTransId="{2F255A8E-C973-444A-B351-CEEDA59EF2EC}"/>
    <dgm:cxn modelId="{5D4F591B-E6BF-4E72-8561-9DC5A07DC9C3}" srcId="{3D75C838-D6F4-462E-A8CF-8551A944CD71}" destId="{C5DEC80D-3637-4A48-AE81-9CBB15D1BFD6}" srcOrd="3" destOrd="0" parTransId="{24CC0CE8-E55C-4FB4-9EE2-2F2E9C5AE2D2}" sibTransId="{FA3FD5E4-D89B-49E7-A240-6DF5808B4B50}"/>
    <dgm:cxn modelId="{ECC0956B-95CB-4E07-AE73-6D4526349A85}" type="presOf" srcId="{CE5ABADE-DC7A-4DAF-9EE8-FAE1F0303573}" destId="{9315B05F-C396-4146-8B37-B30DBE0B7238}" srcOrd="0" destOrd="0" presId="urn:microsoft.com/office/officeart/2016/7/layout/LinearArrowProcessNumbered"/>
    <dgm:cxn modelId="{20D38DC1-E367-4FA0-9725-93E080780420}" type="presOf" srcId="{DA6D895F-8AE6-4628-9CF7-ED345AC2707B}" destId="{7329E311-FC28-4E92-A3FF-1F3E05FDBB8F}" srcOrd="0" destOrd="0" presId="urn:microsoft.com/office/officeart/2016/7/layout/LinearArrowProcessNumbered"/>
    <dgm:cxn modelId="{5710D691-37EC-4C97-BC18-5075AC0381F0}" type="presOf" srcId="{EF59B507-1DE6-44AC-BD9C-14514E89F775}" destId="{4BE5CD04-AA7E-4FD0-9A0F-1C3493DEE91A}" srcOrd="0" destOrd="0" presId="urn:microsoft.com/office/officeart/2016/7/layout/LinearArrowProcessNumbered"/>
    <dgm:cxn modelId="{E445D3C5-C96E-47DA-B0B5-BC09A9A1AA6F}" type="presOf" srcId="{3D75C838-D6F4-462E-A8CF-8551A944CD71}" destId="{40497BA7-7C44-4864-8F8E-2C2D8D8B1F03}" srcOrd="0" destOrd="0" presId="urn:microsoft.com/office/officeart/2016/7/layout/LinearArrowProcessNumbered"/>
    <dgm:cxn modelId="{F3EC90FA-A4A6-4805-A2D5-74F77059C428}" type="presParOf" srcId="{40497BA7-7C44-4864-8F8E-2C2D8D8B1F03}" destId="{512DEC9A-822E-4043-A5F6-AC86CAFBACCF}" srcOrd="0" destOrd="0" presId="urn:microsoft.com/office/officeart/2016/7/layout/LinearArrowProcessNumbered"/>
    <dgm:cxn modelId="{0CC9E0EC-F1C9-4E36-BF7A-00DA32AFF9D7}" type="presParOf" srcId="{512DEC9A-822E-4043-A5F6-AC86CAFBACCF}" destId="{DBDE27B2-E49D-4198-B1FC-1CE205A3BB06}" srcOrd="0" destOrd="0" presId="urn:microsoft.com/office/officeart/2016/7/layout/LinearArrowProcessNumbered"/>
    <dgm:cxn modelId="{2FAD9267-22BE-4FFA-8904-2C4220509E14}" type="presParOf" srcId="{512DEC9A-822E-4043-A5F6-AC86CAFBACCF}" destId="{36063910-08E0-40EC-B779-46502CD5745D}" srcOrd="1" destOrd="0" presId="urn:microsoft.com/office/officeart/2016/7/layout/LinearArrowProcessNumbered"/>
    <dgm:cxn modelId="{F75BF22D-D6C2-404F-8F09-A8B7912A851F}" type="presParOf" srcId="{36063910-08E0-40EC-B779-46502CD5745D}" destId="{99F8329B-0A93-4C8D-929D-46224FDE75E5}" srcOrd="0" destOrd="0" presId="urn:microsoft.com/office/officeart/2016/7/layout/LinearArrowProcessNumbered"/>
    <dgm:cxn modelId="{EEB8C669-4655-42E2-954B-A8CA099DFBD9}" type="presParOf" srcId="{36063910-08E0-40EC-B779-46502CD5745D}" destId="{9A2B28CC-74AF-4D74-A8A7-5E40A213E715}" srcOrd="1" destOrd="0" presId="urn:microsoft.com/office/officeart/2016/7/layout/LinearArrowProcessNumbered"/>
    <dgm:cxn modelId="{AA409BF6-201E-4B38-B534-831E48AC2258}" type="presParOf" srcId="{36063910-08E0-40EC-B779-46502CD5745D}" destId="{82A80FDF-5C16-4EAC-8A98-C5F3700B81A2}" srcOrd="2" destOrd="0" presId="urn:microsoft.com/office/officeart/2016/7/layout/LinearArrowProcessNumbered"/>
    <dgm:cxn modelId="{AD0A7C2A-179B-4333-B031-DAED7EE6A40E}" type="presParOf" srcId="{36063910-08E0-40EC-B779-46502CD5745D}" destId="{B65D5F86-B6F0-48DB-9C33-F1630654A535}" srcOrd="3" destOrd="0" presId="urn:microsoft.com/office/officeart/2016/7/layout/LinearArrowProcessNumbered"/>
    <dgm:cxn modelId="{15455A0F-355A-4CE6-8E3D-3731EBA4C1CC}" type="presParOf" srcId="{512DEC9A-822E-4043-A5F6-AC86CAFBACCF}" destId="{122E81D9-903F-4A57-AFDE-6542D5E349E0}" srcOrd="2" destOrd="0" presId="urn:microsoft.com/office/officeart/2016/7/layout/LinearArrowProcessNumbered"/>
    <dgm:cxn modelId="{F3EE8D87-5968-4F07-A220-FF3064355BE7}" type="presParOf" srcId="{40497BA7-7C44-4864-8F8E-2C2D8D8B1F03}" destId="{17CF38E1-2E72-4273-824D-E07570C4D516}" srcOrd="1" destOrd="0" presId="urn:microsoft.com/office/officeart/2016/7/layout/LinearArrowProcessNumbered"/>
    <dgm:cxn modelId="{28B92C36-B656-48AD-9D09-19A58F6F37E5}" type="presParOf" srcId="{40497BA7-7C44-4864-8F8E-2C2D8D8B1F03}" destId="{B8B2C51A-C0D8-4F00-A727-A784EB34E978}" srcOrd="2" destOrd="0" presId="urn:microsoft.com/office/officeart/2016/7/layout/LinearArrowProcessNumbered"/>
    <dgm:cxn modelId="{56273F3C-7C99-4CF3-9CF9-AA02850F5C1E}" type="presParOf" srcId="{B8B2C51A-C0D8-4F00-A727-A784EB34E978}" destId="{A40BB720-34A5-48BB-B7BE-F4D5F51CEC47}" srcOrd="0" destOrd="0" presId="urn:microsoft.com/office/officeart/2016/7/layout/LinearArrowProcessNumbered"/>
    <dgm:cxn modelId="{AED08865-F603-4297-8A98-9A8A7B214D28}" type="presParOf" srcId="{B8B2C51A-C0D8-4F00-A727-A784EB34E978}" destId="{048B855D-A1A5-43D0-B8CB-58BFA7B9785A}" srcOrd="1" destOrd="0" presId="urn:microsoft.com/office/officeart/2016/7/layout/LinearArrowProcessNumbered"/>
    <dgm:cxn modelId="{CACA2E28-AE41-4CC7-A5FB-BBBBE87999DC}" type="presParOf" srcId="{048B855D-A1A5-43D0-B8CB-58BFA7B9785A}" destId="{E9203837-21A2-49BF-8BDB-044E7BD08F5A}" srcOrd="0" destOrd="0" presId="urn:microsoft.com/office/officeart/2016/7/layout/LinearArrowProcessNumbered"/>
    <dgm:cxn modelId="{5765302A-0BAC-4C69-AFAB-2AF4CAD74110}" type="presParOf" srcId="{048B855D-A1A5-43D0-B8CB-58BFA7B9785A}" destId="{7603C1CF-D530-4A99-8B6A-140E1E836ACE}" srcOrd="1" destOrd="0" presId="urn:microsoft.com/office/officeart/2016/7/layout/LinearArrowProcessNumbered"/>
    <dgm:cxn modelId="{41800229-E9FD-444A-A0AE-0A2EE38FA9C0}" type="presParOf" srcId="{048B855D-A1A5-43D0-B8CB-58BFA7B9785A}" destId="{316BD30D-0BA3-4055-BF78-6F42A5467022}" srcOrd="2" destOrd="0" presId="urn:microsoft.com/office/officeart/2016/7/layout/LinearArrowProcessNumbered"/>
    <dgm:cxn modelId="{57E5366B-73CC-4948-B44E-10022DFFA511}" type="presParOf" srcId="{048B855D-A1A5-43D0-B8CB-58BFA7B9785A}" destId="{F0A8A4F0-C829-42AF-A0CC-85CFA1F8110F}" srcOrd="3" destOrd="0" presId="urn:microsoft.com/office/officeart/2016/7/layout/LinearArrowProcessNumbered"/>
    <dgm:cxn modelId="{FEBDB605-2C8F-4A2B-A8CD-6AED09F27CAC}" type="presParOf" srcId="{B8B2C51A-C0D8-4F00-A727-A784EB34E978}" destId="{4BE5CD04-AA7E-4FD0-9A0F-1C3493DEE91A}" srcOrd="2" destOrd="0" presId="urn:microsoft.com/office/officeart/2016/7/layout/LinearArrowProcessNumbered"/>
    <dgm:cxn modelId="{E654FC38-3AE2-4551-8F76-E66BC31DF818}" type="presParOf" srcId="{40497BA7-7C44-4864-8F8E-2C2D8D8B1F03}" destId="{D50C7DD8-55E6-4C75-867A-B71A416E4BD5}" srcOrd="3" destOrd="0" presId="urn:microsoft.com/office/officeart/2016/7/layout/LinearArrowProcessNumbered"/>
    <dgm:cxn modelId="{566155B9-A94F-487D-8501-A28E10DBA897}" type="presParOf" srcId="{40497BA7-7C44-4864-8F8E-2C2D8D8B1F03}" destId="{E1BCEE72-195E-48CB-A1F5-278AF0A9C072}" srcOrd="4" destOrd="0" presId="urn:microsoft.com/office/officeart/2016/7/layout/LinearArrowProcessNumbered"/>
    <dgm:cxn modelId="{424AF4DD-32AA-4F72-81CE-1623C4A83848}" type="presParOf" srcId="{E1BCEE72-195E-48CB-A1F5-278AF0A9C072}" destId="{08B2612C-CCD3-4585-BCE1-08FA1F84F351}" srcOrd="0" destOrd="0" presId="urn:microsoft.com/office/officeart/2016/7/layout/LinearArrowProcessNumbered"/>
    <dgm:cxn modelId="{7B49CF7E-06BE-4F4F-9647-A8ABD351CA36}" type="presParOf" srcId="{E1BCEE72-195E-48CB-A1F5-278AF0A9C072}" destId="{3A88AB23-CC48-4E70-A53C-EBA591369588}" srcOrd="1" destOrd="0" presId="urn:microsoft.com/office/officeart/2016/7/layout/LinearArrowProcessNumbered"/>
    <dgm:cxn modelId="{851ABF82-082F-4BAD-A809-C2DF72C5A7A8}" type="presParOf" srcId="{3A88AB23-CC48-4E70-A53C-EBA591369588}" destId="{47235C43-75F7-4B69-BC7B-02F0E3AA2B2B}" srcOrd="0" destOrd="0" presId="urn:microsoft.com/office/officeart/2016/7/layout/LinearArrowProcessNumbered"/>
    <dgm:cxn modelId="{C9056B9A-6786-41A5-A238-97F2D128300D}" type="presParOf" srcId="{3A88AB23-CC48-4E70-A53C-EBA591369588}" destId="{A6B594C0-05CC-44D4-80CA-FAA2B8CEF818}" srcOrd="1" destOrd="0" presId="urn:microsoft.com/office/officeart/2016/7/layout/LinearArrowProcessNumbered"/>
    <dgm:cxn modelId="{505D934C-764E-482F-84E0-9B9D042A8F18}" type="presParOf" srcId="{3A88AB23-CC48-4E70-A53C-EBA591369588}" destId="{668A3783-176A-46A0-B320-DD6DE2416314}" srcOrd="2" destOrd="0" presId="urn:microsoft.com/office/officeart/2016/7/layout/LinearArrowProcessNumbered"/>
    <dgm:cxn modelId="{D8C2A5ED-32F6-45C1-83A1-331CD2EDAB82}" type="presParOf" srcId="{3A88AB23-CC48-4E70-A53C-EBA591369588}" destId="{7633B335-E0B0-4E7B-B828-25271B257ECB}" srcOrd="3" destOrd="0" presId="urn:microsoft.com/office/officeart/2016/7/layout/LinearArrowProcessNumbered"/>
    <dgm:cxn modelId="{D6E65047-05D5-4EB6-B1E9-809BD142DEB7}" type="presParOf" srcId="{E1BCEE72-195E-48CB-A1F5-278AF0A9C072}" destId="{7329E311-FC28-4E92-A3FF-1F3E05FDBB8F}" srcOrd="2" destOrd="0" presId="urn:microsoft.com/office/officeart/2016/7/layout/LinearArrowProcessNumbered"/>
    <dgm:cxn modelId="{1559CDB2-3DE0-42DA-8A37-2987BBF0FF10}" type="presParOf" srcId="{40497BA7-7C44-4864-8F8E-2C2D8D8B1F03}" destId="{638D52BF-953F-466C-B721-C3A8FC0F71A9}" srcOrd="5" destOrd="0" presId="urn:microsoft.com/office/officeart/2016/7/layout/LinearArrowProcessNumbered"/>
    <dgm:cxn modelId="{700811FC-97F0-4A76-9C48-2F3122AB2281}" type="presParOf" srcId="{40497BA7-7C44-4864-8F8E-2C2D8D8B1F03}" destId="{D3F2AD43-32C1-4C53-8CA0-9EFFD7B38567}" srcOrd="6" destOrd="0" presId="urn:microsoft.com/office/officeart/2016/7/layout/LinearArrowProcessNumbered"/>
    <dgm:cxn modelId="{CB1E52E2-A37F-4F7C-B19A-14ACC7C8865B}" type="presParOf" srcId="{D3F2AD43-32C1-4C53-8CA0-9EFFD7B38567}" destId="{778A6A3B-92A4-4AF8-8B7F-8DA7505FABFC}" srcOrd="0" destOrd="0" presId="urn:microsoft.com/office/officeart/2016/7/layout/LinearArrowProcessNumbered"/>
    <dgm:cxn modelId="{FEAF1AFC-FF83-454F-9107-FB71D69833C3}" type="presParOf" srcId="{D3F2AD43-32C1-4C53-8CA0-9EFFD7B38567}" destId="{AB18979B-D957-4FCA-9905-35A476240C74}" srcOrd="1" destOrd="0" presId="urn:microsoft.com/office/officeart/2016/7/layout/LinearArrowProcessNumbered"/>
    <dgm:cxn modelId="{25B8E60D-F352-4A15-B77A-9D59923CB116}" type="presParOf" srcId="{AB18979B-D957-4FCA-9905-35A476240C74}" destId="{69202ABD-DCAD-4C7B-BEBF-2C1FEC85D641}" srcOrd="0" destOrd="0" presId="urn:microsoft.com/office/officeart/2016/7/layout/LinearArrowProcessNumbered"/>
    <dgm:cxn modelId="{1460E0E1-19C7-4073-A559-B83475E8694E}" type="presParOf" srcId="{AB18979B-D957-4FCA-9905-35A476240C74}" destId="{9210EFF7-B271-4B44-8F2D-F03E9437077A}" srcOrd="1" destOrd="0" presId="urn:microsoft.com/office/officeart/2016/7/layout/LinearArrowProcessNumbered"/>
    <dgm:cxn modelId="{C349910E-4979-451D-BBC5-AF81DF127A34}" type="presParOf" srcId="{AB18979B-D957-4FCA-9905-35A476240C74}" destId="{0914F67F-21D6-4AB9-AFA0-B4B0AE2D63B8}" srcOrd="2" destOrd="0" presId="urn:microsoft.com/office/officeart/2016/7/layout/LinearArrowProcessNumbered"/>
    <dgm:cxn modelId="{073960FB-9E93-4DA6-A11D-39B0E607C793}" type="presParOf" srcId="{AB18979B-D957-4FCA-9905-35A476240C74}" destId="{A56C43B1-2E4A-4E42-9B3B-F5BBB2F562E3}" srcOrd="3" destOrd="0" presId="urn:microsoft.com/office/officeart/2016/7/layout/LinearArrowProcessNumbered"/>
    <dgm:cxn modelId="{7EBF3520-9368-4328-A387-3A7468B4085E}" type="presParOf" srcId="{D3F2AD43-32C1-4C53-8CA0-9EFFD7B38567}" destId="{0E074857-F03A-4546-9F77-C01BD51F3DF5}" srcOrd="2" destOrd="0" presId="urn:microsoft.com/office/officeart/2016/7/layout/LinearArrowProcessNumbered"/>
    <dgm:cxn modelId="{514C8CD9-7F6B-484C-A62F-497AF1DE136D}" type="presParOf" srcId="{40497BA7-7C44-4864-8F8E-2C2D8D8B1F03}" destId="{AACB3C1D-F72D-4D5C-AF7E-A5A1853FED82}" srcOrd="7" destOrd="0" presId="urn:microsoft.com/office/officeart/2016/7/layout/LinearArrowProcessNumbered"/>
    <dgm:cxn modelId="{0DF1C30A-1734-416A-A17D-88539B223BA3}" type="presParOf" srcId="{40497BA7-7C44-4864-8F8E-2C2D8D8B1F03}" destId="{ABB724A9-8739-45D3-A0CD-448F409F6F04}" srcOrd="8" destOrd="0" presId="urn:microsoft.com/office/officeart/2016/7/layout/LinearArrowProcessNumbered"/>
    <dgm:cxn modelId="{B6773E85-2EC6-41DC-80EF-0726C944F338}" type="presParOf" srcId="{ABB724A9-8739-45D3-A0CD-448F409F6F04}" destId="{62F8455C-7268-495B-A9EB-A52AFC76EF31}" srcOrd="0" destOrd="0" presId="urn:microsoft.com/office/officeart/2016/7/layout/LinearArrowProcessNumbered"/>
    <dgm:cxn modelId="{7966D10E-7C66-4FD9-81BD-579CD29CC0C0}" type="presParOf" srcId="{ABB724A9-8739-45D3-A0CD-448F409F6F04}" destId="{FE4021A3-8C68-43E1-A01F-3D0D47411A9C}" srcOrd="1" destOrd="0" presId="urn:microsoft.com/office/officeart/2016/7/layout/LinearArrowProcessNumbered"/>
    <dgm:cxn modelId="{1639AF82-36A9-4C52-9C1D-C92FB75DAD79}" type="presParOf" srcId="{FE4021A3-8C68-43E1-A01F-3D0D47411A9C}" destId="{FB6F6312-E656-4648-AA08-34EED405C7D5}" srcOrd="0" destOrd="0" presId="urn:microsoft.com/office/officeart/2016/7/layout/LinearArrowProcessNumbered"/>
    <dgm:cxn modelId="{069CB6C3-5C78-43D3-9BBB-1260E173AE87}" type="presParOf" srcId="{FE4021A3-8C68-43E1-A01F-3D0D47411A9C}" destId="{D8C5940F-D295-4ACB-822B-60BAC524CF57}" srcOrd="1" destOrd="0" presId="urn:microsoft.com/office/officeart/2016/7/layout/LinearArrowProcessNumbered"/>
    <dgm:cxn modelId="{6110A6C1-BDE9-46C4-9254-9986BEA66333}" type="presParOf" srcId="{FE4021A3-8C68-43E1-A01F-3D0D47411A9C}" destId="{858495CE-F67C-4595-A31D-D8A54980CE97}" srcOrd="2" destOrd="0" presId="urn:microsoft.com/office/officeart/2016/7/layout/LinearArrowProcessNumbered"/>
    <dgm:cxn modelId="{DE219C4D-23FE-4E9C-A34E-A9CA59229AF4}" type="presParOf" srcId="{FE4021A3-8C68-43E1-A01F-3D0D47411A9C}" destId="{9933101D-81EE-406B-9BF8-D9DC24328312}" srcOrd="3" destOrd="0" presId="urn:microsoft.com/office/officeart/2016/7/layout/LinearArrowProcessNumbered"/>
    <dgm:cxn modelId="{21D7791D-3C00-48A4-84EA-7145DE0EC228}" type="presParOf" srcId="{ABB724A9-8739-45D3-A0CD-448F409F6F04}" destId="{9315B05F-C396-4146-8B37-B30DBE0B7238}" srcOrd="2" destOrd="0" presId="urn:microsoft.com/office/officeart/2016/7/layout/LinearArrowProcessNumbered"/>
    <dgm:cxn modelId="{37BAEAB9-A33F-4976-9D4B-92A45AFAEBBD}" type="presParOf" srcId="{40497BA7-7C44-4864-8F8E-2C2D8D8B1F03}" destId="{D6D63600-75FA-451D-A703-39BC7BE76300}" srcOrd="9" destOrd="0" presId="urn:microsoft.com/office/officeart/2016/7/layout/LinearArrowProcessNumbered"/>
    <dgm:cxn modelId="{47F49387-7B96-4426-8BED-6B4FCFC9E382}" type="presParOf" srcId="{40497BA7-7C44-4864-8F8E-2C2D8D8B1F03}" destId="{4B4CC737-1814-4CBD-8E38-DF5ED965266C}" srcOrd="10" destOrd="0" presId="urn:microsoft.com/office/officeart/2016/7/layout/LinearArrowProcessNumbered"/>
    <dgm:cxn modelId="{5D6DA0EE-1C72-4A57-8875-E07CFAAE108A}" type="presParOf" srcId="{4B4CC737-1814-4CBD-8E38-DF5ED965266C}" destId="{E0C31023-1AB7-45CB-BDC1-9143660882E7}" srcOrd="0" destOrd="0" presId="urn:microsoft.com/office/officeart/2016/7/layout/LinearArrowProcessNumbered"/>
    <dgm:cxn modelId="{22DB28CF-A47C-4FF3-BDBC-371E53AF5EB5}" type="presParOf" srcId="{4B4CC737-1814-4CBD-8E38-DF5ED965266C}" destId="{7108F493-4A41-41B7-9701-8EBAF05BCF3B}" srcOrd="1" destOrd="0" presId="urn:microsoft.com/office/officeart/2016/7/layout/LinearArrowProcessNumbered"/>
    <dgm:cxn modelId="{AE0E0722-FD99-495D-B0E5-70947FD157F7}" type="presParOf" srcId="{7108F493-4A41-41B7-9701-8EBAF05BCF3B}" destId="{65DBC34D-3BD3-4D14-A5CC-2AC22DB79E21}" srcOrd="0" destOrd="0" presId="urn:microsoft.com/office/officeart/2016/7/layout/LinearArrowProcessNumbered"/>
    <dgm:cxn modelId="{2B826B55-94E5-4C72-B900-F240192665F8}" type="presParOf" srcId="{7108F493-4A41-41B7-9701-8EBAF05BCF3B}" destId="{F468D5EB-7933-4115-ADF1-1A1AA4FA850B}" srcOrd="1" destOrd="0" presId="urn:microsoft.com/office/officeart/2016/7/layout/LinearArrowProcessNumbered"/>
    <dgm:cxn modelId="{DFD2E82A-82BD-4B38-8066-845BF5E95EEA}" type="presParOf" srcId="{7108F493-4A41-41B7-9701-8EBAF05BCF3B}" destId="{E33D7358-AAB2-48EB-97A8-8C9510FE42CA}" srcOrd="2" destOrd="0" presId="urn:microsoft.com/office/officeart/2016/7/layout/LinearArrowProcessNumbered"/>
    <dgm:cxn modelId="{2806BBDF-60DD-4FD2-BC0F-B6E494A1D73F}" type="presParOf" srcId="{7108F493-4A41-41B7-9701-8EBAF05BCF3B}" destId="{7C445C1B-5946-4B9F-A844-68FC06723A27}" srcOrd="3" destOrd="0" presId="urn:microsoft.com/office/officeart/2016/7/layout/LinearArrowProcessNumbered"/>
    <dgm:cxn modelId="{04D11DE5-4BE8-4EBC-8D49-84AF028C30C1}" type="presParOf" srcId="{4B4CC737-1814-4CBD-8E38-DF5ED965266C}" destId="{AC0CA146-35DA-4FE6-B046-B5056C98C712}"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D00934F-CE22-456E-BCA7-FA3AD2AD8714}" type="doc">
      <dgm:prSet loTypeId="urn:microsoft.com/office/officeart/2016/7/layout/RepeatingBendingProcessNew" loCatId="process" qsTypeId="urn:microsoft.com/office/officeart/2005/8/quickstyle/simple4" qsCatId="simple" csTypeId="urn:microsoft.com/office/officeart/2005/8/colors/colorful1" csCatId="colorful"/>
      <dgm:spPr/>
      <dgm:t>
        <a:bodyPr/>
        <a:lstStyle/>
        <a:p>
          <a:endParaRPr lang="en-US"/>
        </a:p>
      </dgm:t>
    </dgm:pt>
    <dgm:pt modelId="{4FE80197-F44B-4053-93EC-ACADDEFF57C1}">
      <dgm:prSet/>
      <dgm:spPr/>
      <dgm:t>
        <a:bodyPr/>
        <a:lstStyle/>
        <a:p>
          <a:r>
            <a:rPr lang="en-US" b="1"/>
            <a:t>1. Reduces Hallucinations</a:t>
          </a:r>
          <a:endParaRPr lang="en-US"/>
        </a:p>
      </dgm:t>
    </dgm:pt>
    <dgm:pt modelId="{44C08174-5C7F-4C58-AC1A-1FBD15A542ED}" type="parTrans" cxnId="{A6810071-30AE-402B-80F2-15A923DC9798}">
      <dgm:prSet/>
      <dgm:spPr/>
      <dgm:t>
        <a:bodyPr/>
        <a:lstStyle/>
        <a:p>
          <a:endParaRPr lang="en-US"/>
        </a:p>
      </dgm:t>
    </dgm:pt>
    <dgm:pt modelId="{A963FF0C-BE3C-483F-9C1D-380B3E352A11}" type="sibTrans" cxnId="{A6810071-30AE-402B-80F2-15A923DC9798}">
      <dgm:prSet/>
      <dgm:spPr/>
      <dgm:t>
        <a:bodyPr/>
        <a:lstStyle/>
        <a:p>
          <a:endParaRPr lang="en-US"/>
        </a:p>
      </dgm:t>
    </dgm:pt>
    <dgm:pt modelId="{65B3EE30-C2FC-4EDB-9B4C-1932D27799D6}">
      <dgm:prSet/>
      <dgm:spPr/>
      <dgm:t>
        <a:bodyPr/>
        <a:lstStyle/>
        <a:p>
          <a:r>
            <a:rPr lang="en-US"/>
            <a:t>Traditional language models generate text based on learned patterns, which can lead to </a:t>
          </a:r>
          <a:r>
            <a:rPr lang="en-US" b="1"/>
            <a:t>fabricated or inaccurate responses</a:t>
          </a:r>
          <a:r>
            <a:rPr lang="en-US"/>
            <a:t>.</a:t>
          </a:r>
        </a:p>
      </dgm:t>
    </dgm:pt>
    <dgm:pt modelId="{9C170D87-6163-42A6-B449-E4870A3AF91C}" type="parTrans" cxnId="{2E7C2598-49E4-4BD9-97FB-DE8DBAF1F26E}">
      <dgm:prSet/>
      <dgm:spPr/>
      <dgm:t>
        <a:bodyPr/>
        <a:lstStyle/>
        <a:p>
          <a:endParaRPr lang="en-US"/>
        </a:p>
      </dgm:t>
    </dgm:pt>
    <dgm:pt modelId="{4C1AC23E-2D28-49CE-8178-A4E4B0C17B19}" type="sibTrans" cxnId="{2E7C2598-49E4-4BD9-97FB-DE8DBAF1F26E}">
      <dgm:prSet/>
      <dgm:spPr/>
      <dgm:t>
        <a:bodyPr/>
        <a:lstStyle/>
        <a:p>
          <a:endParaRPr lang="en-US"/>
        </a:p>
      </dgm:t>
    </dgm:pt>
    <dgm:pt modelId="{7DE6A036-ECBD-476B-B292-A817E724FD2E}">
      <dgm:prSet/>
      <dgm:spPr/>
      <dgm:t>
        <a:bodyPr/>
        <a:lstStyle/>
        <a:p>
          <a:r>
            <a:rPr lang="en-US" b="1"/>
            <a:t>RAG retrieves real, grounded information</a:t>
          </a:r>
          <a:r>
            <a:rPr lang="en-US"/>
            <a:t> from a knowledge base before generating the response, reducing the chance of hallucinations.</a:t>
          </a:r>
        </a:p>
      </dgm:t>
    </dgm:pt>
    <dgm:pt modelId="{FC20E994-C9B0-4727-A8C3-7A1A47070125}" type="parTrans" cxnId="{1B895FBF-DD12-4B2A-AF61-04EE7B83451D}">
      <dgm:prSet/>
      <dgm:spPr/>
      <dgm:t>
        <a:bodyPr/>
        <a:lstStyle/>
        <a:p>
          <a:endParaRPr lang="en-US"/>
        </a:p>
      </dgm:t>
    </dgm:pt>
    <dgm:pt modelId="{093F55F7-5879-4FAD-A804-2CF4070B093D}" type="sibTrans" cxnId="{1B895FBF-DD12-4B2A-AF61-04EE7B83451D}">
      <dgm:prSet/>
      <dgm:spPr/>
      <dgm:t>
        <a:bodyPr/>
        <a:lstStyle/>
        <a:p>
          <a:endParaRPr lang="en-US"/>
        </a:p>
      </dgm:t>
    </dgm:pt>
    <dgm:pt modelId="{E0B44660-83E6-4B36-BE27-CB0EC7912BC5}">
      <dgm:prSet/>
      <dgm:spPr/>
      <dgm:t>
        <a:bodyPr/>
        <a:lstStyle/>
        <a:p>
          <a:r>
            <a:rPr lang="en-US" b="1"/>
            <a:t>2. Provides Factually Accurate Answers</a:t>
          </a:r>
          <a:endParaRPr lang="en-US"/>
        </a:p>
      </dgm:t>
    </dgm:pt>
    <dgm:pt modelId="{0437FEA9-C86D-40D8-BB35-81433DEB030E}" type="parTrans" cxnId="{C784C1A2-5D97-4D37-9E23-A0746BDB3E85}">
      <dgm:prSet/>
      <dgm:spPr/>
      <dgm:t>
        <a:bodyPr/>
        <a:lstStyle/>
        <a:p>
          <a:endParaRPr lang="en-US"/>
        </a:p>
      </dgm:t>
    </dgm:pt>
    <dgm:pt modelId="{AD57A642-C90A-4644-A987-6B8B6D10AB6E}" type="sibTrans" cxnId="{C784C1A2-5D97-4D37-9E23-A0746BDB3E85}">
      <dgm:prSet/>
      <dgm:spPr/>
      <dgm:t>
        <a:bodyPr/>
        <a:lstStyle/>
        <a:p>
          <a:endParaRPr lang="en-US"/>
        </a:p>
      </dgm:t>
    </dgm:pt>
    <dgm:pt modelId="{5972D5F4-11C5-47EF-B9E5-5C3265B974BF}">
      <dgm:prSet/>
      <dgm:spPr/>
      <dgm:t>
        <a:bodyPr/>
        <a:lstStyle/>
        <a:p>
          <a:r>
            <a:rPr lang="en-US"/>
            <a:t>By retrieving </a:t>
          </a:r>
          <a:r>
            <a:rPr lang="en-US" b="1"/>
            <a:t>relevant documents</a:t>
          </a:r>
          <a:r>
            <a:rPr lang="en-US"/>
            <a:t> or passages at inference time, RAG ensures that the generated answers are </a:t>
          </a:r>
          <a:r>
            <a:rPr lang="en-US" b="1"/>
            <a:t>based on actual data</a:t>
          </a:r>
          <a:r>
            <a:rPr lang="en-US"/>
            <a:t>, improving factual correctness.</a:t>
          </a:r>
        </a:p>
      </dgm:t>
    </dgm:pt>
    <dgm:pt modelId="{CD9F1D8C-0F73-4643-9ECD-93C825AA40E0}" type="parTrans" cxnId="{AD2423C9-3D83-41B8-9D26-A9EAF51003CC}">
      <dgm:prSet/>
      <dgm:spPr/>
      <dgm:t>
        <a:bodyPr/>
        <a:lstStyle/>
        <a:p>
          <a:endParaRPr lang="en-US"/>
        </a:p>
      </dgm:t>
    </dgm:pt>
    <dgm:pt modelId="{BDB0C7F4-C1DD-4644-836F-8F53692F223F}" type="sibTrans" cxnId="{AD2423C9-3D83-41B8-9D26-A9EAF51003CC}">
      <dgm:prSet/>
      <dgm:spPr/>
      <dgm:t>
        <a:bodyPr/>
        <a:lstStyle/>
        <a:p>
          <a:endParaRPr lang="en-US"/>
        </a:p>
      </dgm:t>
    </dgm:pt>
    <dgm:pt modelId="{7E679B58-BF5D-4BD2-B35D-2A187532C886}">
      <dgm:prSet/>
      <dgm:spPr/>
      <dgm:t>
        <a:bodyPr/>
        <a:lstStyle/>
        <a:p>
          <a:r>
            <a:rPr lang="en-US" b="1"/>
            <a:t>3. Enhances Contextual Relevance</a:t>
          </a:r>
          <a:endParaRPr lang="en-US"/>
        </a:p>
      </dgm:t>
    </dgm:pt>
    <dgm:pt modelId="{0C547B60-E787-4101-9BB1-546EC2508366}" type="parTrans" cxnId="{F3993411-A8EA-460C-AB16-8A5A878745DE}">
      <dgm:prSet/>
      <dgm:spPr/>
      <dgm:t>
        <a:bodyPr/>
        <a:lstStyle/>
        <a:p>
          <a:endParaRPr lang="en-US"/>
        </a:p>
      </dgm:t>
    </dgm:pt>
    <dgm:pt modelId="{453B7D7A-D029-4035-AA13-36BE47EFEA32}" type="sibTrans" cxnId="{F3993411-A8EA-460C-AB16-8A5A878745DE}">
      <dgm:prSet/>
      <dgm:spPr/>
      <dgm:t>
        <a:bodyPr/>
        <a:lstStyle/>
        <a:p>
          <a:endParaRPr lang="en-US"/>
        </a:p>
      </dgm:t>
    </dgm:pt>
    <dgm:pt modelId="{8E458F7B-7C40-47AF-8E65-F9F2B43C86DC}">
      <dgm:prSet/>
      <dgm:spPr/>
      <dgm:t>
        <a:bodyPr/>
        <a:lstStyle/>
        <a:p>
          <a:r>
            <a:rPr lang="en-US"/>
            <a:t>The generator in RAG uses the </a:t>
          </a:r>
          <a:r>
            <a:rPr lang="en-US" b="1"/>
            <a:t>retrieved context</a:t>
          </a:r>
          <a:r>
            <a:rPr lang="en-US"/>
            <a:t> to craft more </a:t>
          </a:r>
          <a:r>
            <a:rPr lang="en-US" b="1"/>
            <a:t>relevant, topic-aware responses</a:t>
          </a:r>
          <a:r>
            <a:rPr lang="en-US"/>
            <a:t>, even for complex or domain-specific queries.</a:t>
          </a:r>
        </a:p>
      </dgm:t>
    </dgm:pt>
    <dgm:pt modelId="{CCB0C2DE-81D3-4493-95D9-1431A40CAC78}" type="parTrans" cxnId="{D6EE3F8F-DFA7-42C8-9873-994C41A19356}">
      <dgm:prSet/>
      <dgm:spPr/>
      <dgm:t>
        <a:bodyPr/>
        <a:lstStyle/>
        <a:p>
          <a:endParaRPr lang="en-US"/>
        </a:p>
      </dgm:t>
    </dgm:pt>
    <dgm:pt modelId="{258F06C5-FC05-40F0-9B41-A8A0AAEAB2CC}" type="sibTrans" cxnId="{D6EE3F8F-DFA7-42C8-9873-994C41A19356}">
      <dgm:prSet/>
      <dgm:spPr/>
      <dgm:t>
        <a:bodyPr/>
        <a:lstStyle/>
        <a:p>
          <a:endParaRPr lang="en-US"/>
        </a:p>
      </dgm:t>
    </dgm:pt>
    <dgm:pt modelId="{9F8680A5-7E63-4857-9CB7-1D09001EAAA9}">
      <dgm:prSet/>
      <dgm:spPr/>
      <dgm:t>
        <a:bodyPr/>
        <a:lstStyle/>
        <a:p>
          <a:r>
            <a:rPr lang="en-US" b="1"/>
            <a:t>4. Supports Dynamic &amp; Updatable Knowledge</a:t>
          </a:r>
          <a:endParaRPr lang="en-US"/>
        </a:p>
      </dgm:t>
    </dgm:pt>
    <dgm:pt modelId="{ADBE4A04-F7B0-4E6E-934B-9EB915C2BAE6}" type="parTrans" cxnId="{30EA50EE-C746-4B2B-AA5B-9AC74ECADCE4}">
      <dgm:prSet/>
      <dgm:spPr/>
      <dgm:t>
        <a:bodyPr/>
        <a:lstStyle/>
        <a:p>
          <a:endParaRPr lang="en-US"/>
        </a:p>
      </dgm:t>
    </dgm:pt>
    <dgm:pt modelId="{3379E7D0-B367-4CAB-A2DA-330C1AEB8863}" type="sibTrans" cxnId="{30EA50EE-C746-4B2B-AA5B-9AC74ECADCE4}">
      <dgm:prSet/>
      <dgm:spPr/>
      <dgm:t>
        <a:bodyPr/>
        <a:lstStyle/>
        <a:p>
          <a:endParaRPr lang="en-US"/>
        </a:p>
      </dgm:t>
    </dgm:pt>
    <dgm:pt modelId="{B8947AE1-A1DE-4B90-B362-63AAD55BB642}">
      <dgm:prSet/>
      <dgm:spPr/>
      <dgm:t>
        <a:bodyPr/>
        <a:lstStyle/>
        <a:p>
          <a:r>
            <a:rPr lang="en-US"/>
            <a:t>Unlike static models trained on fixed data, RAG can </a:t>
          </a:r>
          <a:r>
            <a:rPr lang="en-US" b="1"/>
            <a:t>access updated knowledge bases</a:t>
          </a:r>
          <a:r>
            <a:rPr lang="en-US"/>
            <a:t>, making the chatbot more current without needing full retraining.</a:t>
          </a:r>
        </a:p>
      </dgm:t>
    </dgm:pt>
    <dgm:pt modelId="{138B36F7-5AEE-459F-8536-32D0B531DEC7}" type="parTrans" cxnId="{FB3594C3-3E99-4C92-8170-3A879EA9B8CC}">
      <dgm:prSet/>
      <dgm:spPr/>
      <dgm:t>
        <a:bodyPr/>
        <a:lstStyle/>
        <a:p>
          <a:endParaRPr lang="en-US"/>
        </a:p>
      </dgm:t>
    </dgm:pt>
    <dgm:pt modelId="{A657BD27-B898-46AD-92AF-2053E9AF3E78}" type="sibTrans" cxnId="{FB3594C3-3E99-4C92-8170-3A879EA9B8CC}">
      <dgm:prSet/>
      <dgm:spPr/>
      <dgm:t>
        <a:bodyPr/>
        <a:lstStyle/>
        <a:p>
          <a:endParaRPr lang="en-US"/>
        </a:p>
      </dgm:t>
    </dgm:pt>
    <dgm:pt modelId="{18B98134-2CA9-4641-A129-93493E779B07}">
      <dgm:prSet/>
      <dgm:spPr/>
      <dgm:t>
        <a:bodyPr/>
        <a:lstStyle/>
        <a:p>
          <a:r>
            <a:rPr lang="en-US" b="1"/>
            <a:t>5. Combines the Best of Both Worlds</a:t>
          </a:r>
          <a:endParaRPr lang="en-US"/>
        </a:p>
      </dgm:t>
    </dgm:pt>
    <dgm:pt modelId="{BC8C0E89-04AC-4EE3-8EFA-BA530D61D860}" type="parTrans" cxnId="{EACA5F25-A5CB-4025-834A-69EC53C54B23}">
      <dgm:prSet/>
      <dgm:spPr/>
      <dgm:t>
        <a:bodyPr/>
        <a:lstStyle/>
        <a:p>
          <a:endParaRPr lang="en-US"/>
        </a:p>
      </dgm:t>
    </dgm:pt>
    <dgm:pt modelId="{0F842CA0-E2E4-47D9-9601-16E1F04C51CC}" type="sibTrans" cxnId="{EACA5F25-A5CB-4025-834A-69EC53C54B23}">
      <dgm:prSet/>
      <dgm:spPr/>
      <dgm:t>
        <a:bodyPr/>
        <a:lstStyle/>
        <a:p>
          <a:endParaRPr lang="en-US"/>
        </a:p>
      </dgm:t>
    </dgm:pt>
    <dgm:pt modelId="{07BDEDCE-7E5A-4B8E-8892-1D6089865300}">
      <dgm:prSet/>
      <dgm:spPr/>
      <dgm:t>
        <a:bodyPr/>
        <a:lstStyle/>
        <a:p>
          <a:r>
            <a:rPr lang="en-US" b="1"/>
            <a:t>Retriever</a:t>
          </a:r>
          <a:r>
            <a:rPr lang="en-US"/>
            <a:t>: Brings precision by fetching accurate documents.</a:t>
          </a:r>
        </a:p>
      </dgm:t>
    </dgm:pt>
    <dgm:pt modelId="{8AFD6D3A-57D7-4F69-9A72-A4A988C22853}" type="parTrans" cxnId="{FEA447E6-2464-4932-99C0-213B0E237173}">
      <dgm:prSet/>
      <dgm:spPr/>
      <dgm:t>
        <a:bodyPr/>
        <a:lstStyle/>
        <a:p>
          <a:endParaRPr lang="en-US"/>
        </a:p>
      </dgm:t>
    </dgm:pt>
    <dgm:pt modelId="{40FB1169-8C4F-4788-813F-4DAF29CB567B}" type="sibTrans" cxnId="{FEA447E6-2464-4932-99C0-213B0E237173}">
      <dgm:prSet/>
      <dgm:spPr/>
      <dgm:t>
        <a:bodyPr/>
        <a:lstStyle/>
        <a:p>
          <a:endParaRPr lang="en-US"/>
        </a:p>
      </dgm:t>
    </dgm:pt>
    <dgm:pt modelId="{645311F7-57BB-4650-A9DC-F4540DC558AD}">
      <dgm:prSet/>
      <dgm:spPr/>
      <dgm:t>
        <a:bodyPr/>
        <a:lstStyle/>
        <a:p>
          <a:r>
            <a:rPr lang="en-US" b="1"/>
            <a:t>Generator</a:t>
          </a:r>
          <a:r>
            <a:rPr lang="en-US"/>
            <a:t>: Adds fluency and human-like understanding.</a:t>
          </a:r>
        </a:p>
      </dgm:t>
    </dgm:pt>
    <dgm:pt modelId="{8C6481C7-F836-4E12-91BD-7F373E670B0E}" type="parTrans" cxnId="{5B3EB85B-3292-4CEA-B30C-2E6E0F4191F4}">
      <dgm:prSet/>
      <dgm:spPr/>
      <dgm:t>
        <a:bodyPr/>
        <a:lstStyle/>
        <a:p>
          <a:endParaRPr lang="en-US"/>
        </a:p>
      </dgm:t>
    </dgm:pt>
    <dgm:pt modelId="{5FF3D747-3958-4E83-80E5-B74F500DD1AC}" type="sibTrans" cxnId="{5B3EB85B-3292-4CEA-B30C-2E6E0F4191F4}">
      <dgm:prSet/>
      <dgm:spPr/>
      <dgm:t>
        <a:bodyPr/>
        <a:lstStyle/>
        <a:p>
          <a:endParaRPr lang="en-US"/>
        </a:p>
      </dgm:t>
    </dgm:pt>
    <dgm:pt modelId="{A8CC293D-F36F-47AE-82AC-10999AD156EC}" type="pres">
      <dgm:prSet presAssocID="{BD00934F-CE22-456E-BCA7-FA3AD2AD8714}" presName="Name0" presStyleCnt="0">
        <dgm:presLayoutVars>
          <dgm:dir/>
          <dgm:resizeHandles val="exact"/>
        </dgm:presLayoutVars>
      </dgm:prSet>
      <dgm:spPr/>
      <dgm:t>
        <a:bodyPr/>
        <a:lstStyle/>
        <a:p>
          <a:endParaRPr lang="en-US"/>
        </a:p>
      </dgm:t>
    </dgm:pt>
    <dgm:pt modelId="{A8EC19B3-0A3D-484D-91D4-A2C98FADFC7F}" type="pres">
      <dgm:prSet presAssocID="{4FE80197-F44B-4053-93EC-ACADDEFF57C1}" presName="node" presStyleLbl="node1" presStyleIdx="0" presStyleCnt="12">
        <dgm:presLayoutVars>
          <dgm:bulletEnabled val="1"/>
        </dgm:presLayoutVars>
      </dgm:prSet>
      <dgm:spPr/>
      <dgm:t>
        <a:bodyPr/>
        <a:lstStyle/>
        <a:p>
          <a:endParaRPr lang="en-US"/>
        </a:p>
      </dgm:t>
    </dgm:pt>
    <dgm:pt modelId="{30CF7E3A-AC02-4324-B2AB-D3913498BEB5}" type="pres">
      <dgm:prSet presAssocID="{A963FF0C-BE3C-483F-9C1D-380B3E352A11}" presName="sibTrans" presStyleLbl="sibTrans1D1" presStyleIdx="0" presStyleCnt="11"/>
      <dgm:spPr/>
      <dgm:t>
        <a:bodyPr/>
        <a:lstStyle/>
        <a:p>
          <a:endParaRPr lang="en-US"/>
        </a:p>
      </dgm:t>
    </dgm:pt>
    <dgm:pt modelId="{75C0781A-17D2-4400-AAF5-7D331F2E9965}" type="pres">
      <dgm:prSet presAssocID="{A963FF0C-BE3C-483F-9C1D-380B3E352A11}" presName="connectorText" presStyleLbl="sibTrans1D1" presStyleIdx="0" presStyleCnt="11"/>
      <dgm:spPr/>
      <dgm:t>
        <a:bodyPr/>
        <a:lstStyle/>
        <a:p>
          <a:endParaRPr lang="en-US"/>
        </a:p>
      </dgm:t>
    </dgm:pt>
    <dgm:pt modelId="{F9917A3A-7903-4FD8-93FF-075FFE4500A4}" type="pres">
      <dgm:prSet presAssocID="{65B3EE30-C2FC-4EDB-9B4C-1932D27799D6}" presName="node" presStyleLbl="node1" presStyleIdx="1" presStyleCnt="12">
        <dgm:presLayoutVars>
          <dgm:bulletEnabled val="1"/>
        </dgm:presLayoutVars>
      </dgm:prSet>
      <dgm:spPr/>
      <dgm:t>
        <a:bodyPr/>
        <a:lstStyle/>
        <a:p>
          <a:endParaRPr lang="en-US"/>
        </a:p>
      </dgm:t>
    </dgm:pt>
    <dgm:pt modelId="{913F2A31-FDCA-4DEE-BEDB-A412EE3790A8}" type="pres">
      <dgm:prSet presAssocID="{4C1AC23E-2D28-49CE-8178-A4E4B0C17B19}" presName="sibTrans" presStyleLbl="sibTrans1D1" presStyleIdx="1" presStyleCnt="11"/>
      <dgm:spPr/>
      <dgm:t>
        <a:bodyPr/>
        <a:lstStyle/>
        <a:p>
          <a:endParaRPr lang="en-US"/>
        </a:p>
      </dgm:t>
    </dgm:pt>
    <dgm:pt modelId="{A6756DD8-A086-40CE-886D-E310CEA4CFC2}" type="pres">
      <dgm:prSet presAssocID="{4C1AC23E-2D28-49CE-8178-A4E4B0C17B19}" presName="connectorText" presStyleLbl="sibTrans1D1" presStyleIdx="1" presStyleCnt="11"/>
      <dgm:spPr/>
      <dgm:t>
        <a:bodyPr/>
        <a:lstStyle/>
        <a:p>
          <a:endParaRPr lang="en-US"/>
        </a:p>
      </dgm:t>
    </dgm:pt>
    <dgm:pt modelId="{C0C09568-6D9B-4105-B15B-E9BCC8F6E100}" type="pres">
      <dgm:prSet presAssocID="{7DE6A036-ECBD-476B-B292-A817E724FD2E}" presName="node" presStyleLbl="node1" presStyleIdx="2" presStyleCnt="12">
        <dgm:presLayoutVars>
          <dgm:bulletEnabled val="1"/>
        </dgm:presLayoutVars>
      </dgm:prSet>
      <dgm:spPr/>
      <dgm:t>
        <a:bodyPr/>
        <a:lstStyle/>
        <a:p>
          <a:endParaRPr lang="en-US"/>
        </a:p>
      </dgm:t>
    </dgm:pt>
    <dgm:pt modelId="{CBE2F5C5-BD8B-403B-9BCB-2482675A801F}" type="pres">
      <dgm:prSet presAssocID="{093F55F7-5879-4FAD-A804-2CF4070B093D}" presName="sibTrans" presStyleLbl="sibTrans1D1" presStyleIdx="2" presStyleCnt="11"/>
      <dgm:spPr/>
      <dgm:t>
        <a:bodyPr/>
        <a:lstStyle/>
        <a:p>
          <a:endParaRPr lang="en-US"/>
        </a:p>
      </dgm:t>
    </dgm:pt>
    <dgm:pt modelId="{EBE5F76A-CE3D-479B-AF95-15A828C8BFB3}" type="pres">
      <dgm:prSet presAssocID="{093F55F7-5879-4FAD-A804-2CF4070B093D}" presName="connectorText" presStyleLbl="sibTrans1D1" presStyleIdx="2" presStyleCnt="11"/>
      <dgm:spPr/>
      <dgm:t>
        <a:bodyPr/>
        <a:lstStyle/>
        <a:p>
          <a:endParaRPr lang="en-US"/>
        </a:p>
      </dgm:t>
    </dgm:pt>
    <dgm:pt modelId="{95D6B0CF-AD1E-49A6-8952-F22880AF2C93}" type="pres">
      <dgm:prSet presAssocID="{E0B44660-83E6-4B36-BE27-CB0EC7912BC5}" presName="node" presStyleLbl="node1" presStyleIdx="3" presStyleCnt="12">
        <dgm:presLayoutVars>
          <dgm:bulletEnabled val="1"/>
        </dgm:presLayoutVars>
      </dgm:prSet>
      <dgm:spPr/>
      <dgm:t>
        <a:bodyPr/>
        <a:lstStyle/>
        <a:p>
          <a:endParaRPr lang="en-US"/>
        </a:p>
      </dgm:t>
    </dgm:pt>
    <dgm:pt modelId="{03EA286C-3FE6-47B5-B984-07668784B870}" type="pres">
      <dgm:prSet presAssocID="{AD57A642-C90A-4644-A987-6B8B6D10AB6E}" presName="sibTrans" presStyleLbl="sibTrans1D1" presStyleIdx="3" presStyleCnt="11"/>
      <dgm:spPr/>
      <dgm:t>
        <a:bodyPr/>
        <a:lstStyle/>
        <a:p>
          <a:endParaRPr lang="en-US"/>
        </a:p>
      </dgm:t>
    </dgm:pt>
    <dgm:pt modelId="{162DA457-544E-4064-9FEC-4276F1D19FFF}" type="pres">
      <dgm:prSet presAssocID="{AD57A642-C90A-4644-A987-6B8B6D10AB6E}" presName="connectorText" presStyleLbl="sibTrans1D1" presStyleIdx="3" presStyleCnt="11"/>
      <dgm:spPr/>
      <dgm:t>
        <a:bodyPr/>
        <a:lstStyle/>
        <a:p>
          <a:endParaRPr lang="en-US"/>
        </a:p>
      </dgm:t>
    </dgm:pt>
    <dgm:pt modelId="{A5873C2D-556D-441D-A8EA-9A619DFCD83E}" type="pres">
      <dgm:prSet presAssocID="{5972D5F4-11C5-47EF-B9E5-5C3265B974BF}" presName="node" presStyleLbl="node1" presStyleIdx="4" presStyleCnt="12">
        <dgm:presLayoutVars>
          <dgm:bulletEnabled val="1"/>
        </dgm:presLayoutVars>
      </dgm:prSet>
      <dgm:spPr/>
      <dgm:t>
        <a:bodyPr/>
        <a:lstStyle/>
        <a:p>
          <a:endParaRPr lang="en-US"/>
        </a:p>
      </dgm:t>
    </dgm:pt>
    <dgm:pt modelId="{7EDAC6BD-CC01-4A03-BB76-C8C379466115}" type="pres">
      <dgm:prSet presAssocID="{BDB0C7F4-C1DD-4644-836F-8F53692F223F}" presName="sibTrans" presStyleLbl="sibTrans1D1" presStyleIdx="4" presStyleCnt="11"/>
      <dgm:spPr/>
      <dgm:t>
        <a:bodyPr/>
        <a:lstStyle/>
        <a:p>
          <a:endParaRPr lang="en-US"/>
        </a:p>
      </dgm:t>
    </dgm:pt>
    <dgm:pt modelId="{2CECA864-1681-4BD6-8CF7-43A1CB357CFE}" type="pres">
      <dgm:prSet presAssocID="{BDB0C7F4-C1DD-4644-836F-8F53692F223F}" presName="connectorText" presStyleLbl="sibTrans1D1" presStyleIdx="4" presStyleCnt="11"/>
      <dgm:spPr/>
      <dgm:t>
        <a:bodyPr/>
        <a:lstStyle/>
        <a:p>
          <a:endParaRPr lang="en-US"/>
        </a:p>
      </dgm:t>
    </dgm:pt>
    <dgm:pt modelId="{235D0B5F-1FD2-4BC9-8C2F-E1D164CBA678}" type="pres">
      <dgm:prSet presAssocID="{7E679B58-BF5D-4BD2-B35D-2A187532C886}" presName="node" presStyleLbl="node1" presStyleIdx="5" presStyleCnt="12">
        <dgm:presLayoutVars>
          <dgm:bulletEnabled val="1"/>
        </dgm:presLayoutVars>
      </dgm:prSet>
      <dgm:spPr/>
      <dgm:t>
        <a:bodyPr/>
        <a:lstStyle/>
        <a:p>
          <a:endParaRPr lang="en-US"/>
        </a:p>
      </dgm:t>
    </dgm:pt>
    <dgm:pt modelId="{3BFF7620-FEAB-4A69-BB45-8CDAFD1C045B}" type="pres">
      <dgm:prSet presAssocID="{453B7D7A-D029-4035-AA13-36BE47EFEA32}" presName="sibTrans" presStyleLbl="sibTrans1D1" presStyleIdx="5" presStyleCnt="11"/>
      <dgm:spPr/>
      <dgm:t>
        <a:bodyPr/>
        <a:lstStyle/>
        <a:p>
          <a:endParaRPr lang="en-US"/>
        </a:p>
      </dgm:t>
    </dgm:pt>
    <dgm:pt modelId="{E234538E-CEB0-410B-95E4-66268251DA89}" type="pres">
      <dgm:prSet presAssocID="{453B7D7A-D029-4035-AA13-36BE47EFEA32}" presName="connectorText" presStyleLbl="sibTrans1D1" presStyleIdx="5" presStyleCnt="11"/>
      <dgm:spPr/>
      <dgm:t>
        <a:bodyPr/>
        <a:lstStyle/>
        <a:p>
          <a:endParaRPr lang="en-US"/>
        </a:p>
      </dgm:t>
    </dgm:pt>
    <dgm:pt modelId="{E1A13FC1-03E3-42D7-A6FB-E5EB5EC85A36}" type="pres">
      <dgm:prSet presAssocID="{8E458F7B-7C40-47AF-8E65-F9F2B43C86DC}" presName="node" presStyleLbl="node1" presStyleIdx="6" presStyleCnt="12">
        <dgm:presLayoutVars>
          <dgm:bulletEnabled val="1"/>
        </dgm:presLayoutVars>
      </dgm:prSet>
      <dgm:spPr/>
      <dgm:t>
        <a:bodyPr/>
        <a:lstStyle/>
        <a:p>
          <a:endParaRPr lang="en-US"/>
        </a:p>
      </dgm:t>
    </dgm:pt>
    <dgm:pt modelId="{F8693C8B-3A85-4BD5-A7EE-F475EF55C71B}" type="pres">
      <dgm:prSet presAssocID="{258F06C5-FC05-40F0-9B41-A8A0AAEAB2CC}" presName="sibTrans" presStyleLbl="sibTrans1D1" presStyleIdx="6" presStyleCnt="11"/>
      <dgm:spPr/>
      <dgm:t>
        <a:bodyPr/>
        <a:lstStyle/>
        <a:p>
          <a:endParaRPr lang="en-US"/>
        </a:p>
      </dgm:t>
    </dgm:pt>
    <dgm:pt modelId="{385E33E2-2C5A-4701-A72F-6C57FE4ADFC9}" type="pres">
      <dgm:prSet presAssocID="{258F06C5-FC05-40F0-9B41-A8A0AAEAB2CC}" presName="connectorText" presStyleLbl="sibTrans1D1" presStyleIdx="6" presStyleCnt="11"/>
      <dgm:spPr/>
      <dgm:t>
        <a:bodyPr/>
        <a:lstStyle/>
        <a:p>
          <a:endParaRPr lang="en-US"/>
        </a:p>
      </dgm:t>
    </dgm:pt>
    <dgm:pt modelId="{5D7396BF-0935-4BBB-B052-49D4998218F1}" type="pres">
      <dgm:prSet presAssocID="{9F8680A5-7E63-4857-9CB7-1D09001EAAA9}" presName="node" presStyleLbl="node1" presStyleIdx="7" presStyleCnt="12">
        <dgm:presLayoutVars>
          <dgm:bulletEnabled val="1"/>
        </dgm:presLayoutVars>
      </dgm:prSet>
      <dgm:spPr/>
      <dgm:t>
        <a:bodyPr/>
        <a:lstStyle/>
        <a:p>
          <a:endParaRPr lang="en-US"/>
        </a:p>
      </dgm:t>
    </dgm:pt>
    <dgm:pt modelId="{B3793559-013A-4A88-BC68-461F9B6EC4F6}" type="pres">
      <dgm:prSet presAssocID="{3379E7D0-B367-4CAB-A2DA-330C1AEB8863}" presName="sibTrans" presStyleLbl="sibTrans1D1" presStyleIdx="7" presStyleCnt="11"/>
      <dgm:spPr/>
      <dgm:t>
        <a:bodyPr/>
        <a:lstStyle/>
        <a:p>
          <a:endParaRPr lang="en-US"/>
        </a:p>
      </dgm:t>
    </dgm:pt>
    <dgm:pt modelId="{DB6A09B1-AE2E-4B41-90A2-06A7361CD995}" type="pres">
      <dgm:prSet presAssocID="{3379E7D0-B367-4CAB-A2DA-330C1AEB8863}" presName="connectorText" presStyleLbl="sibTrans1D1" presStyleIdx="7" presStyleCnt="11"/>
      <dgm:spPr/>
      <dgm:t>
        <a:bodyPr/>
        <a:lstStyle/>
        <a:p>
          <a:endParaRPr lang="en-US"/>
        </a:p>
      </dgm:t>
    </dgm:pt>
    <dgm:pt modelId="{B81E21A5-2C82-4F25-85AE-523C518BEAF9}" type="pres">
      <dgm:prSet presAssocID="{B8947AE1-A1DE-4B90-B362-63AAD55BB642}" presName="node" presStyleLbl="node1" presStyleIdx="8" presStyleCnt="12">
        <dgm:presLayoutVars>
          <dgm:bulletEnabled val="1"/>
        </dgm:presLayoutVars>
      </dgm:prSet>
      <dgm:spPr/>
      <dgm:t>
        <a:bodyPr/>
        <a:lstStyle/>
        <a:p>
          <a:endParaRPr lang="en-US"/>
        </a:p>
      </dgm:t>
    </dgm:pt>
    <dgm:pt modelId="{B274012F-1240-4F55-B2D9-4B3413D568DE}" type="pres">
      <dgm:prSet presAssocID="{A657BD27-B898-46AD-92AF-2053E9AF3E78}" presName="sibTrans" presStyleLbl="sibTrans1D1" presStyleIdx="8" presStyleCnt="11"/>
      <dgm:spPr/>
      <dgm:t>
        <a:bodyPr/>
        <a:lstStyle/>
        <a:p>
          <a:endParaRPr lang="en-US"/>
        </a:p>
      </dgm:t>
    </dgm:pt>
    <dgm:pt modelId="{79655DB9-26C8-4AD6-BDF3-6BE0EF22AF74}" type="pres">
      <dgm:prSet presAssocID="{A657BD27-B898-46AD-92AF-2053E9AF3E78}" presName="connectorText" presStyleLbl="sibTrans1D1" presStyleIdx="8" presStyleCnt="11"/>
      <dgm:spPr/>
      <dgm:t>
        <a:bodyPr/>
        <a:lstStyle/>
        <a:p>
          <a:endParaRPr lang="en-US"/>
        </a:p>
      </dgm:t>
    </dgm:pt>
    <dgm:pt modelId="{A9485FC3-1F60-496E-9BF7-C0CB2B63D5FD}" type="pres">
      <dgm:prSet presAssocID="{18B98134-2CA9-4641-A129-93493E779B07}" presName="node" presStyleLbl="node1" presStyleIdx="9" presStyleCnt="12">
        <dgm:presLayoutVars>
          <dgm:bulletEnabled val="1"/>
        </dgm:presLayoutVars>
      </dgm:prSet>
      <dgm:spPr/>
      <dgm:t>
        <a:bodyPr/>
        <a:lstStyle/>
        <a:p>
          <a:endParaRPr lang="en-US"/>
        </a:p>
      </dgm:t>
    </dgm:pt>
    <dgm:pt modelId="{B8E9B12F-62E7-465F-8EFA-B15F7F496FC7}" type="pres">
      <dgm:prSet presAssocID="{0F842CA0-E2E4-47D9-9601-16E1F04C51CC}" presName="sibTrans" presStyleLbl="sibTrans1D1" presStyleIdx="9" presStyleCnt="11"/>
      <dgm:spPr/>
      <dgm:t>
        <a:bodyPr/>
        <a:lstStyle/>
        <a:p>
          <a:endParaRPr lang="en-US"/>
        </a:p>
      </dgm:t>
    </dgm:pt>
    <dgm:pt modelId="{40C32F46-7E67-46FB-8840-715A3A7C6C1C}" type="pres">
      <dgm:prSet presAssocID="{0F842CA0-E2E4-47D9-9601-16E1F04C51CC}" presName="connectorText" presStyleLbl="sibTrans1D1" presStyleIdx="9" presStyleCnt="11"/>
      <dgm:spPr/>
      <dgm:t>
        <a:bodyPr/>
        <a:lstStyle/>
        <a:p>
          <a:endParaRPr lang="en-US"/>
        </a:p>
      </dgm:t>
    </dgm:pt>
    <dgm:pt modelId="{42ED63BE-1FA9-4E86-875B-74435260D37C}" type="pres">
      <dgm:prSet presAssocID="{07BDEDCE-7E5A-4B8E-8892-1D6089865300}" presName="node" presStyleLbl="node1" presStyleIdx="10" presStyleCnt="12">
        <dgm:presLayoutVars>
          <dgm:bulletEnabled val="1"/>
        </dgm:presLayoutVars>
      </dgm:prSet>
      <dgm:spPr/>
      <dgm:t>
        <a:bodyPr/>
        <a:lstStyle/>
        <a:p>
          <a:endParaRPr lang="en-US"/>
        </a:p>
      </dgm:t>
    </dgm:pt>
    <dgm:pt modelId="{73B1FAA5-F3E5-4CD9-AD8B-1F7825BF0068}" type="pres">
      <dgm:prSet presAssocID="{40FB1169-8C4F-4788-813F-4DAF29CB567B}" presName="sibTrans" presStyleLbl="sibTrans1D1" presStyleIdx="10" presStyleCnt="11"/>
      <dgm:spPr/>
      <dgm:t>
        <a:bodyPr/>
        <a:lstStyle/>
        <a:p>
          <a:endParaRPr lang="en-US"/>
        </a:p>
      </dgm:t>
    </dgm:pt>
    <dgm:pt modelId="{2764F9A8-92D9-4E8B-B5D7-57F1C2FD875B}" type="pres">
      <dgm:prSet presAssocID="{40FB1169-8C4F-4788-813F-4DAF29CB567B}" presName="connectorText" presStyleLbl="sibTrans1D1" presStyleIdx="10" presStyleCnt="11"/>
      <dgm:spPr/>
      <dgm:t>
        <a:bodyPr/>
        <a:lstStyle/>
        <a:p>
          <a:endParaRPr lang="en-US"/>
        </a:p>
      </dgm:t>
    </dgm:pt>
    <dgm:pt modelId="{96451E3A-5CC3-4BA4-9645-72CDF2A24107}" type="pres">
      <dgm:prSet presAssocID="{645311F7-57BB-4650-A9DC-F4540DC558AD}" presName="node" presStyleLbl="node1" presStyleIdx="11" presStyleCnt="12">
        <dgm:presLayoutVars>
          <dgm:bulletEnabled val="1"/>
        </dgm:presLayoutVars>
      </dgm:prSet>
      <dgm:spPr/>
      <dgm:t>
        <a:bodyPr/>
        <a:lstStyle/>
        <a:p>
          <a:endParaRPr lang="en-US"/>
        </a:p>
      </dgm:t>
    </dgm:pt>
  </dgm:ptLst>
  <dgm:cxnLst>
    <dgm:cxn modelId="{A6810071-30AE-402B-80F2-15A923DC9798}" srcId="{BD00934F-CE22-456E-BCA7-FA3AD2AD8714}" destId="{4FE80197-F44B-4053-93EC-ACADDEFF57C1}" srcOrd="0" destOrd="0" parTransId="{44C08174-5C7F-4C58-AC1A-1FBD15A542ED}" sibTransId="{A963FF0C-BE3C-483F-9C1D-380B3E352A11}"/>
    <dgm:cxn modelId="{EACA5F25-A5CB-4025-834A-69EC53C54B23}" srcId="{BD00934F-CE22-456E-BCA7-FA3AD2AD8714}" destId="{18B98134-2CA9-4641-A129-93493E779B07}" srcOrd="9" destOrd="0" parTransId="{BC8C0E89-04AC-4EE3-8EFA-BA530D61D860}" sibTransId="{0F842CA0-E2E4-47D9-9601-16E1F04C51CC}"/>
    <dgm:cxn modelId="{A6B166B7-9BA6-4F19-A938-A6111C61161B}" type="presOf" srcId="{BDB0C7F4-C1DD-4644-836F-8F53692F223F}" destId="{2CECA864-1681-4BD6-8CF7-43A1CB357CFE}" srcOrd="1" destOrd="0" presId="urn:microsoft.com/office/officeart/2016/7/layout/RepeatingBendingProcessNew"/>
    <dgm:cxn modelId="{30EA50EE-C746-4B2B-AA5B-9AC74ECADCE4}" srcId="{BD00934F-CE22-456E-BCA7-FA3AD2AD8714}" destId="{9F8680A5-7E63-4857-9CB7-1D09001EAAA9}" srcOrd="7" destOrd="0" parTransId="{ADBE4A04-F7B0-4E6E-934B-9EB915C2BAE6}" sibTransId="{3379E7D0-B367-4CAB-A2DA-330C1AEB8863}"/>
    <dgm:cxn modelId="{2E7C2598-49E4-4BD9-97FB-DE8DBAF1F26E}" srcId="{BD00934F-CE22-456E-BCA7-FA3AD2AD8714}" destId="{65B3EE30-C2FC-4EDB-9B4C-1932D27799D6}" srcOrd="1" destOrd="0" parTransId="{9C170D87-6163-42A6-B449-E4870A3AF91C}" sibTransId="{4C1AC23E-2D28-49CE-8178-A4E4B0C17B19}"/>
    <dgm:cxn modelId="{B9DECCE2-DF35-4937-8CDD-5535A3E7E650}" type="presOf" srcId="{40FB1169-8C4F-4788-813F-4DAF29CB567B}" destId="{2764F9A8-92D9-4E8B-B5D7-57F1C2FD875B}" srcOrd="1" destOrd="0" presId="urn:microsoft.com/office/officeart/2016/7/layout/RepeatingBendingProcessNew"/>
    <dgm:cxn modelId="{FEA447E6-2464-4932-99C0-213B0E237173}" srcId="{BD00934F-CE22-456E-BCA7-FA3AD2AD8714}" destId="{07BDEDCE-7E5A-4B8E-8892-1D6089865300}" srcOrd="10" destOrd="0" parTransId="{8AFD6D3A-57D7-4F69-9A72-A4A988C22853}" sibTransId="{40FB1169-8C4F-4788-813F-4DAF29CB567B}"/>
    <dgm:cxn modelId="{F7E68C5F-E462-4EFA-BE44-32B7A22285C0}" type="presOf" srcId="{BD00934F-CE22-456E-BCA7-FA3AD2AD8714}" destId="{A8CC293D-F36F-47AE-82AC-10999AD156EC}" srcOrd="0" destOrd="0" presId="urn:microsoft.com/office/officeart/2016/7/layout/RepeatingBendingProcessNew"/>
    <dgm:cxn modelId="{D3D2E032-A208-4BF2-BF9C-A4601C5D30CD}" type="presOf" srcId="{0F842CA0-E2E4-47D9-9601-16E1F04C51CC}" destId="{40C32F46-7E67-46FB-8840-715A3A7C6C1C}" srcOrd="1" destOrd="0" presId="urn:microsoft.com/office/officeart/2016/7/layout/RepeatingBendingProcessNew"/>
    <dgm:cxn modelId="{77A4D210-11E4-4671-A334-0E35F9C9AE9E}" type="presOf" srcId="{4C1AC23E-2D28-49CE-8178-A4E4B0C17B19}" destId="{A6756DD8-A086-40CE-886D-E310CEA4CFC2}" srcOrd="1" destOrd="0" presId="urn:microsoft.com/office/officeart/2016/7/layout/RepeatingBendingProcessNew"/>
    <dgm:cxn modelId="{C784C1A2-5D97-4D37-9E23-A0746BDB3E85}" srcId="{BD00934F-CE22-456E-BCA7-FA3AD2AD8714}" destId="{E0B44660-83E6-4B36-BE27-CB0EC7912BC5}" srcOrd="3" destOrd="0" parTransId="{0437FEA9-C86D-40D8-BB35-81433DEB030E}" sibTransId="{AD57A642-C90A-4644-A987-6B8B6D10AB6E}"/>
    <dgm:cxn modelId="{AD2423C9-3D83-41B8-9D26-A9EAF51003CC}" srcId="{BD00934F-CE22-456E-BCA7-FA3AD2AD8714}" destId="{5972D5F4-11C5-47EF-B9E5-5C3265B974BF}" srcOrd="4" destOrd="0" parTransId="{CD9F1D8C-0F73-4643-9ECD-93C825AA40E0}" sibTransId="{BDB0C7F4-C1DD-4644-836F-8F53692F223F}"/>
    <dgm:cxn modelId="{6A19AC6C-FFD1-43A8-A36C-0491BD2867B7}" type="presOf" srcId="{4C1AC23E-2D28-49CE-8178-A4E4B0C17B19}" destId="{913F2A31-FDCA-4DEE-BEDB-A412EE3790A8}" srcOrd="0" destOrd="0" presId="urn:microsoft.com/office/officeart/2016/7/layout/RepeatingBendingProcessNew"/>
    <dgm:cxn modelId="{6BE16084-112E-4E4F-B060-345775F90695}" type="presOf" srcId="{258F06C5-FC05-40F0-9B41-A8A0AAEAB2CC}" destId="{385E33E2-2C5A-4701-A72F-6C57FE4ADFC9}" srcOrd="1" destOrd="0" presId="urn:microsoft.com/office/officeart/2016/7/layout/RepeatingBendingProcessNew"/>
    <dgm:cxn modelId="{402C6C83-B15B-4F92-8C69-3B9C6A9F2BA7}" type="presOf" srcId="{A657BD27-B898-46AD-92AF-2053E9AF3E78}" destId="{79655DB9-26C8-4AD6-BDF3-6BE0EF22AF74}" srcOrd="1" destOrd="0" presId="urn:microsoft.com/office/officeart/2016/7/layout/RepeatingBendingProcessNew"/>
    <dgm:cxn modelId="{72CB8EDF-D611-4426-9F18-FC86AA5C8DBC}" type="presOf" srcId="{258F06C5-FC05-40F0-9B41-A8A0AAEAB2CC}" destId="{F8693C8B-3A85-4BD5-A7EE-F475EF55C71B}" srcOrd="0" destOrd="0" presId="urn:microsoft.com/office/officeart/2016/7/layout/RepeatingBendingProcessNew"/>
    <dgm:cxn modelId="{B98192FA-1CEA-41D3-A174-EE2C67BBDEA5}" type="presOf" srcId="{7E679B58-BF5D-4BD2-B35D-2A187532C886}" destId="{235D0B5F-1FD2-4BC9-8C2F-E1D164CBA678}" srcOrd="0" destOrd="0" presId="urn:microsoft.com/office/officeart/2016/7/layout/RepeatingBendingProcessNew"/>
    <dgm:cxn modelId="{749C82C8-80A6-4BEB-A165-A8F6EF521F4D}" type="presOf" srcId="{A963FF0C-BE3C-483F-9C1D-380B3E352A11}" destId="{30CF7E3A-AC02-4324-B2AB-D3913498BEB5}" srcOrd="0" destOrd="0" presId="urn:microsoft.com/office/officeart/2016/7/layout/RepeatingBendingProcessNew"/>
    <dgm:cxn modelId="{10ADB763-BB40-4353-B421-83BB93D94D02}" type="presOf" srcId="{3379E7D0-B367-4CAB-A2DA-330C1AEB8863}" destId="{DB6A09B1-AE2E-4B41-90A2-06A7361CD995}" srcOrd="1" destOrd="0" presId="urn:microsoft.com/office/officeart/2016/7/layout/RepeatingBendingProcessNew"/>
    <dgm:cxn modelId="{84928997-D6EF-42B8-81EB-70D2805C1420}" type="presOf" srcId="{093F55F7-5879-4FAD-A804-2CF4070B093D}" destId="{EBE5F76A-CE3D-479B-AF95-15A828C8BFB3}" srcOrd="1" destOrd="0" presId="urn:microsoft.com/office/officeart/2016/7/layout/RepeatingBendingProcessNew"/>
    <dgm:cxn modelId="{CE8F28A2-40FE-441A-AF47-9B80FE2F5A70}" type="presOf" srcId="{8E458F7B-7C40-47AF-8E65-F9F2B43C86DC}" destId="{E1A13FC1-03E3-42D7-A6FB-E5EB5EC85A36}" srcOrd="0" destOrd="0" presId="urn:microsoft.com/office/officeart/2016/7/layout/RepeatingBendingProcessNew"/>
    <dgm:cxn modelId="{E4537743-F5B1-4747-BB31-D9BC58C9AA07}" type="presOf" srcId="{A657BD27-B898-46AD-92AF-2053E9AF3E78}" destId="{B274012F-1240-4F55-B2D9-4B3413D568DE}" srcOrd="0" destOrd="0" presId="urn:microsoft.com/office/officeart/2016/7/layout/RepeatingBendingProcessNew"/>
    <dgm:cxn modelId="{1BE7A3DF-3C27-4181-AB67-D2C73E6F03E3}" type="presOf" srcId="{645311F7-57BB-4650-A9DC-F4540DC558AD}" destId="{96451E3A-5CC3-4BA4-9645-72CDF2A24107}" srcOrd="0" destOrd="0" presId="urn:microsoft.com/office/officeart/2016/7/layout/RepeatingBendingProcessNew"/>
    <dgm:cxn modelId="{65C8B0B3-D107-4E37-8E78-4D52FD69AFB1}" type="presOf" srcId="{65B3EE30-C2FC-4EDB-9B4C-1932D27799D6}" destId="{F9917A3A-7903-4FD8-93FF-075FFE4500A4}" srcOrd="0" destOrd="0" presId="urn:microsoft.com/office/officeart/2016/7/layout/RepeatingBendingProcessNew"/>
    <dgm:cxn modelId="{0B71C764-70B5-4902-A322-8B39FC72D461}" type="presOf" srcId="{AD57A642-C90A-4644-A987-6B8B6D10AB6E}" destId="{03EA286C-3FE6-47B5-B984-07668784B870}" srcOrd="0" destOrd="0" presId="urn:microsoft.com/office/officeart/2016/7/layout/RepeatingBendingProcessNew"/>
    <dgm:cxn modelId="{6FC6A3AF-C3E7-4DF1-A663-D3FE2C967563}" type="presOf" srcId="{E0B44660-83E6-4B36-BE27-CB0EC7912BC5}" destId="{95D6B0CF-AD1E-49A6-8952-F22880AF2C93}" srcOrd="0" destOrd="0" presId="urn:microsoft.com/office/officeart/2016/7/layout/RepeatingBendingProcessNew"/>
    <dgm:cxn modelId="{65D6B855-479A-4CE2-A03B-531392B0AC24}" type="presOf" srcId="{AD57A642-C90A-4644-A987-6B8B6D10AB6E}" destId="{162DA457-544E-4064-9FEC-4276F1D19FFF}" srcOrd="1" destOrd="0" presId="urn:microsoft.com/office/officeart/2016/7/layout/RepeatingBendingProcessNew"/>
    <dgm:cxn modelId="{0E8CF617-6E58-417D-8781-BA4438E80852}" type="presOf" srcId="{453B7D7A-D029-4035-AA13-36BE47EFEA32}" destId="{3BFF7620-FEAB-4A69-BB45-8CDAFD1C045B}" srcOrd="0" destOrd="0" presId="urn:microsoft.com/office/officeart/2016/7/layout/RepeatingBendingProcessNew"/>
    <dgm:cxn modelId="{234FA502-C43B-4A9E-A1A1-6353CC875B8B}" type="presOf" srcId="{9F8680A5-7E63-4857-9CB7-1D09001EAAA9}" destId="{5D7396BF-0935-4BBB-B052-49D4998218F1}" srcOrd="0" destOrd="0" presId="urn:microsoft.com/office/officeart/2016/7/layout/RepeatingBendingProcessNew"/>
    <dgm:cxn modelId="{5B3EB85B-3292-4CEA-B30C-2E6E0F4191F4}" srcId="{BD00934F-CE22-456E-BCA7-FA3AD2AD8714}" destId="{645311F7-57BB-4650-A9DC-F4540DC558AD}" srcOrd="11" destOrd="0" parTransId="{8C6481C7-F836-4E12-91BD-7F373E670B0E}" sibTransId="{5FF3D747-3958-4E83-80E5-B74F500DD1AC}"/>
    <dgm:cxn modelId="{DFF69137-A4B8-4145-ABC8-7566E6661673}" type="presOf" srcId="{BDB0C7F4-C1DD-4644-836F-8F53692F223F}" destId="{7EDAC6BD-CC01-4A03-BB76-C8C379466115}" srcOrd="0" destOrd="0" presId="urn:microsoft.com/office/officeart/2016/7/layout/RepeatingBendingProcessNew"/>
    <dgm:cxn modelId="{57E5C44A-4805-45DE-823C-99D86B3410B9}" type="presOf" srcId="{18B98134-2CA9-4641-A129-93493E779B07}" destId="{A9485FC3-1F60-496E-9BF7-C0CB2B63D5FD}" srcOrd="0" destOrd="0" presId="urn:microsoft.com/office/officeart/2016/7/layout/RepeatingBendingProcessNew"/>
    <dgm:cxn modelId="{069BEC1F-A4A4-4660-9180-AD545F322168}" type="presOf" srcId="{453B7D7A-D029-4035-AA13-36BE47EFEA32}" destId="{E234538E-CEB0-410B-95E4-66268251DA89}" srcOrd="1" destOrd="0" presId="urn:microsoft.com/office/officeart/2016/7/layout/RepeatingBendingProcessNew"/>
    <dgm:cxn modelId="{D6EE3F8F-DFA7-42C8-9873-994C41A19356}" srcId="{BD00934F-CE22-456E-BCA7-FA3AD2AD8714}" destId="{8E458F7B-7C40-47AF-8E65-F9F2B43C86DC}" srcOrd="6" destOrd="0" parTransId="{CCB0C2DE-81D3-4493-95D9-1431A40CAC78}" sibTransId="{258F06C5-FC05-40F0-9B41-A8A0AAEAB2CC}"/>
    <dgm:cxn modelId="{307644D1-76AF-45A2-90B8-367472A4BC78}" type="presOf" srcId="{3379E7D0-B367-4CAB-A2DA-330C1AEB8863}" destId="{B3793559-013A-4A88-BC68-461F9B6EC4F6}" srcOrd="0" destOrd="0" presId="urn:microsoft.com/office/officeart/2016/7/layout/RepeatingBendingProcessNew"/>
    <dgm:cxn modelId="{1B895FBF-DD12-4B2A-AF61-04EE7B83451D}" srcId="{BD00934F-CE22-456E-BCA7-FA3AD2AD8714}" destId="{7DE6A036-ECBD-476B-B292-A817E724FD2E}" srcOrd="2" destOrd="0" parTransId="{FC20E994-C9B0-4727-A8C3-7A1A47070125}" sibTransId="{093F55F7-5879-4FAD-A804-2CF4070B093D}"/>
    <dgm:cxn modelId="{9207451E-5711-4F7A-8EAA-939A0C1A2D1F}" type="presOf" srcId="{0F842CA0-E2E4-47D9-9601-16E1F04C51CC}" destId="{B8E9B12F-62E7-465F-8EFA-B15F7F496FC7}" srcOrd="0" destOrd="0" presId="urn:microsoft.com/office/officeart/2016/7/layout/RepeatingBendingProcessNew"/>
    <dgm:cxn modelId="{A1B75DE9-2113-41A1-8B19-12DBDC2ABC3E}" type="presOf" srcId="{B8947AE1-A1DE-4B90-B362-63AAD55BB642}" destId="{B81E21A5-2C82-4F25-85AE-523C518BEAF9}" srcOrd="0" destOrd="0" presId="urn:microsoft.com/office/officeart/2016/7/layout/RepeatingBendingProcessNew"/>
    <dgm:cxn modelId="{F3993411-A8EA-460C-AB16-8A5A878745DE}" srcId="{BD00934F-CE22-456E-BCA7-FA3AD2AD8714}" destId="{7E679B58-BF5D-4BD2-B35D-2A187532C886}" srcOrd="5" destOrd="0" parTransId="{0C547B60-E787-4101-9BB1-546EC2508366}" sibTransId="{453B7D7A-D029-4035-AA13-36BE47EFEA32}"/>
    <dgm:cxn modelId="{4AEEB338-30D4-4D01-A73B-0521321AFF7D}" type="presOf" srcId="{07BDEDCE-7E5A-4B8E-8892-1D6089865300}" destId="{42ED63BE-1FA9-4E86-875B-74435260D37C}" srcOrd="0" destOrd="0" presId="urn:microsoft.com/office/officeart/2016/7/layout/RepeatingBendingProcessNew"/>
    <dgm:cxn modelId="{CA44C1D7-7DD9-4A18-94EC-439C5CDA7393}" type="presOf" srcId="{A963FF0C-BE3C-483F-9C1D-380B3E352A11}" destId="{75C0781A-17D2-4400-AAF5-7D331F2E9965}" srcOrd="1" destOrd="0" presId="urn:microsoft.com/office/officeart/2016/7/layout/RepeatingBendingProcessNew"/>
    <dgm:cxn modelId="{4D3CE43D-9FD1-405F-A584-BE452B2B78FF}" type="presOf" srcId="{4FE80197-F44B-4053-93EC-ACADDEFF57C1}" destId="{A8EC19B3-0A3D-484D-91D4-A2C98FADFC7F}" srcOrd="0" destOrd="0" presId="urn:microsoft.com/office/officeart/2016/7/layout/RepeatingBendingProcessNew"/>
    <dgm:cxn modelId="{FB3594C3-3E99-4C92-8170-3A879EA9B8CC}" srcId="{BD00934F-CE22-456E-BCA7-FA3AD2AD8714}" destId="{B8947AE1-A1DE-4B90-B362-63AAD55BB642}" srcOrd="8" destOrd="0" parTransId="{138B36F7-5AEE-459F-8536-32D0B531DEC7}" sibTransId="{A657BD27-B898-46AD-92AF-2053E9AF3E78}"/>
    <dgm:cxn modelId="{518E8F9B-290A-4F8D-9B29-337701EF7ECB}" type="presOf" srcId="{40FB1169-8C4F-4788-813F-4DAF29CB567B}" destId="{73B1FAA5-F3E5-4CD9-AD8B-1F7825BF0068}" srcOrd="0" destOrd="0" presId="urn:microsoft.com/office/officeart/2016/7/layout/RepeatingBendingProcessNew"/>
    <dgm:cxn modelId="{2127B87D-61D5-465E-829E-08B4F3267EFA}" type="presOf" srcId="{5972D5F4-11C5-47EF-B9E5-5C3265B974BF}" destId="{A5873C2D-556D-441D-A8EA-9A619DFCD83E}" srcOrd="0" destOrd="0" presId="urn:microsoft.com/office/officeart/2016/7/layout/RepeatingBendingProcessNew"/>
    <dgm:cxn modelId="{F8770D04-D3F2-40E3-807D-135112DDB4B0}" type="presOf" srcId="{7DE6A036-ECBD-476B-B292-A817E724FD2E}" destId="{C0C09568-6D9B-4105-B15B-E9BCC8F6E100}" srcOrd="0" destOrd="0" presId="urn:microsoft.com/office/officeart/2016/7/layout/RepeatingBendingProcessNew"/>
    <dgm:cxn modelId="{C7B1373A-EE3B-42AD-B581-604088906FFE}" type="presOf" srcId="{093F55F7-5879-4FAD-A804-2CF4070B093D}" destId="{CBE2F5C5-BD8B-403B-9BCB-2482675A801F}" srcOrd="0" destOrd="0" presId="urn:microsoft.com/office/officeart/2016/7/layout/RepeatingBendingProcessNew"/>
    <dgm:cxn modelId="{AE7DF69D-2E34-4AE5-BDA8-2781CF3BD511}" type="presParOf" srcId="{A8CC293D-F36F-47AE-82AC-10999AD156EC}" destId="{A8EC19B3-0A3D-484D-91D4-A2C98FADFC7F}" srcOrd="0" destOrd="0" presId="urn:microsoft.com/office/officeart/2016/7/layout/RepeatingBendingProcessNew"/>
    <dgm:cxn modelId="{770F2B37-9289-4606-96E7-3DBFC7C35D86}" type="presParOf" srcId="{A8CC293D-F36F-47AE-82AC-10999AD156EC}" destId="{30CF7E3A-AC02-4324-B2AB-D3913498BEB5}" srcOrd="1" destOrd="0" presId="urn:microsoft.com/office/officeart/2016/7/layout/RepeatingBendingProcessNew"/>
    <dgm:cxn modelId="{F6FC753B-93D2-414F-9A72-0DB04D043C3E}" type="presParOf" srcId="{30CF7E3A-AC02-4324-B2AB-D3913498BEB5}" destId="{75C0781A-17D2-4400-AAF5-7D331F2E9965}" srcOrd="0" destOrd="0" presId="urn:microsoft.com/office/officeart/2016/7/layout/RepeatingBendingProcessNew"/>
    <dgm:cxn modelId="{B73CFDBD-70FA-4AFD-AD9F-BB2337991908}" type="presParOf" srcId="{A8CC293D-F36F-47AE-82AC-10999AD156EC}" destId="{F9917A3A-7903-4FD8-93FF-075FFE4500A4}" srcOrd="2" destOrd="0" presId="urn:microsoft.com/office/officeart/2016/7/layout/RepeatingBendingProcessNew"/>
    <dgm:cxn modelId="{7050444B-13D5-4522-8AFA-9CB2F82E2F06}" type="presParOf" srcId="{A8CC293D-F36F-47AE-82AC-10999AD156EC}" destId="{913F2A31-FDCA-4DEE-BEDB-A412EE3790A8}" srcOrd="3" destOrd="0" presId="urn:microsoft.com/office/officeart/2016/7/layout/RepeatingBendingProcessNew"/>
    <dgm:cxn modelId="{21388382-9E45-4EB8-BC68-26ACF9F4CD7A}" type="presParOf" srcId="{913F2A31-FDCA-4DEE-BEDB-A412EE3790A8}" destId="{A6756DD8-A086-40CE-886D-E310CEA4CFC2}" srcOrd="0" destOrd="0" presId="urn:microsoft.com/office/officeart/2016/7/layout/RepeatingBendingProcessNew"/>
    <dgm:cxn modelId="{098186D2-FFEC-43FD-B855-60F90EFFC1A9}" type="presParOf" srcId="{A8CC293D-F36F-47AE-82AC-10999AD156EC}" destId="{C0C09568-6D9B-4105-B15B-E9BCC8F6E100}" srcOrd="4" destOrd="0" presId="urn:microsoft.com/office/officeart/2016/7/layout/RepeatingBendingProcessNew"/>
    <dgm:cxn modelId="{87DC5432-5B92-43B1-BC4C-8AD6AB7265E0}" type="presParOf" srcId="{A8CC293D-F36F-47AE-82AC-10999AD156EC}" destId="{CBE2F5C5-BD8B-403B-9BCB-2482675A801F}" srcOrd="5" destOrd="0" presId="urn:microsoft.com/office/officeart/2016/7/layout/RepeatingBendingProcessNew"/>
    <dgm:cxn modelId="{A06CE0C5-F752-4ABD-8A77-9B2E5EC96D28}" type="presParOf" srcId="{CBE2F5C5-BD8B-403B-9BCB-2482675A801F}" destId="{EBE5F76A-CE3D-479B-AF95-15A828C8BFB3}" srcOrd="0" destOrd="0" presId="urn:microsoft.com/office/officeart/2016/7/layout/RepeatingBendingProcessNew"/>
    <dgm:cxn modelId="{0B2C4BDF-49A9-44AD-B3F5-3C2CB64F2995}" type="presParOf" srcId="{A8CC293D-F36F-47AE-82AC-10999AD156EC}" destId="{95D6B0CF-AD1E-49A6-8952-F22880AF2C93}" srcOrd="6" destOrd="0" presId="urn:microsoft.com/office/officeart/2016/7/layout/RepeatingBendingProcessNew"/>
    <dgm:cxn modelId="{864A6216-EEA1-4AFB-B76D-B4E66AC6FA80}" type="presParOf" srcId="{A8CC293D-F36F-47AE-82AC-10999AD156EC}" destId="{03EA286C-3FE6-47B5-B984-07668784B870}" srcOrd="7" destOrd="0" presId="urn:microsoft.com/office/officeart/2016/7/layout/RepeatingBendingProcessNew"/>
    <dgm:cxn modelId="{7D4B26A3-D7B1-4F76-96B9-5D915065F335}" type="presParOf" srcId="{03EA286C-3FE6-47B5-B984-07668784B870}" destId="{162DA457-544E-4064-9FEC-4276F1D19FFF}" srcOrd="0" destOrd="0" presId="urn:microsoft.com/office/officeart/2016/7/layout/RepeatingBendingProcessNew"/>
    <dgm:cxn modelId="{CE0396E8-6231-4AAA-963F-490DBB9ACA85}" type="presParOf" srcId="{A8CC293D-F36F-47AE-82AC-10999AD156EC}" destId="{A5873C2D-556D-441D-A8EA-9A619DFCD83E}" srcOrd="8" destOrd="0" presId="urn:microsoft.com/office/officeart/2016/7/layout/RepeatingBendingProcessNew"/>
    <dgm:cxn modelId="{A50B6982-CA6B-468D-BC12-3AC6C1AEDFA7}" type="presParOf" srcId="{A8CC293D-F36F-47AE-82AC-10999AD156EC}" destId="{7EDAC6BD-CC01-4A03-BB76-C8C379466115}" srcOrd="9" destOrd="0" presId="urn:microsoft.com/office/officeart/2016/7/layout/RepeatingBendingProcessNew"/>
    <dgm:cxn modelId="{392425AD-BA25-4BA3-B942-D9F19DE0EC1B}" type="presParOf" srcId="{7EDAC6BD-CC01-4A03-BB76-C8C379466115}" destId="{2CECA864-1681-4BD6-8CF7-43A1CB357CFE}" srcOrd="0" destOrd="0" presId="urn:microsoft.com/office/officeart/2016/7/layout/RepeatingBendingProcessNew"/>
    <dgm:cxn modelId="{3A921E5E-AD21-441A-8C29-2F23B73D7DDA}" type="presParOf" srcId="{A8CC293D-F36F-47AE-82AC-10999AD156EC}" destId="{235D0B5F-1FD2-4BC9-8C2F-E1D164CBA678}" srcOrd="10" destOrd="0" presId="urn:microsoft.com/office/officeart/2016/7/layout/RepeatingBendingProcessNew"/>
    <dgm:cxn modelId="{1E33FB60-74A1-40C1-9FC9-ECB89CC3443B}" type="presParOf" srcId="{A8CC293D-F36F-47AE-82AC-10999AD156EC}" destId="{3BFF7620-FEAB-4A69-BB45-8CDAFD1C045B}" srcOrd="11" destOrd="0" presId="urn:microsoft.com/office/officeart/2016/7/layout/RepeatingBendingProcessNew"/>
    <dgm:cxn modelId="{CB31F78C-4DE6-4103-AF13-3952C3233AC5}" type="presParOf" srcId="{3BFF7620-FEAB-4A69-BB45-8CDAFD1C045B}" destId="{E234538E-CEB0-410B-95E4-66268251DA89}" srcOrd="0" destOrd="0" presId="urn:microsoft.com/office/officeart/2016/7/layout/RepeatingBendingProcessNew"/>
    <dgm:cxn modelId="{B14D1791-EE75-4310-9715-DF8DCCAEC8EA}" type="presParOf" srcId="{A8CC293D-F36F-47AE-82AC-10999AD156EC}" destId="{E1A13FC1-03E3-42D7-A6FB-E5EB5EC85A36}" srcOrd="12" destOrd="0" presId="urn:microsoft.com/office/officeart/2016/7/layout/RepeatingBendingProcessNew"/>
    <dgm:cxn modelId="{BCB209B4-D5C8-47A4-A4C6-457E75EA1BA6}" type="presParOf" srcId="{A8CC293D-F36F-47AE-82AC-10999AD156EC}" destId="{F8693C8B-3A85-4BD5-A7EE-F475EF55C71B}" srcOrd="13" destOrd="0" presId="urn:microsoft.com/office/officeart/2016/7/layout/RepeatingBendingProcessNew"/>
    <dgm:cxn modelId="{5B367461-ACB2-4DA2-8D44-A8E5EC4C73C8}" type="presParOf" srcId="{F8693C8B-3A85-4BD5-A7EE-F475EF55C71B}" destId="{385E33E2-2C5A-4701-A72F-6C57FE4ADFC9}" srcOrd="0" destOrd="0" presId="urn:microsoft.com/office/officeart/2016/7/layout/RepeatingBendingProcessNew"/>
    <dgm:cxn modelId="{F1ADEC54-5C62-4A84-927E-16085E1CEE9D}" type="presParOf" srcId="{A8CC293D-F36F-47AE-82AC-10999AD156EC}" destId="{5D7396BF-0935-4BBB-B052-49D4998218F1}" srcOrd="14" destOrd="0" presId="urn:microsoft.com/office/officeart/2016/7/layout/RepeatingBendingProcessNew"/>
    <dgm:cxn modelId="{989EA85D-155A-475D-99DB-97B9C9CC8F8D}" type="presParOf" srcId="{A8CC293D-F36F-47AE-82AC-10999AD156EC}" destId="{B3793559-013A-4A88-BC68-461F9B6EC4F6}" srcOrd="15" destOrd="0" presId="urn:microsoft.com/office/officeart/2016/7/layout/RepeatingBendingProcessNew"/>
    <dgm:cxn modelId="{B6B44EBF-EFF7-467F-B35A-7C4A11A29097}" type="presParOf" srcId="{B3793559-013A-4A88-BC68-461F9B6EC4F6}" destId="{DB6A09B1-AE2E-4B41-90A2-06A7361CD995}" srcOrd="0" destOrd="0" presId="urn:microsoft.com/office/officeart/2016/7/layout/RepeatingBendingProcessNew"/>
    <dgm:cxn modelId="{3CE1E2A2-3BF2-42E5-837A-D208C6447C6C}" type="presParOf" srcId="{A8CC293D-F36F-47AE-82AC-10999AD156EC}" destId="{B81E21A5-2C82-4F25-85AE-523C518BEAF9}" srcOrd="16" destOrd="0" presId="urn:microsoft.com/office/officeart/2016/7/layout/RepeatingBendingProcessNew"/>
    <dgm:cxn modelId="{18B2D3C4-8AC5-4DCC-A0D2-874A0A6A3AA4}" type="presParOf" srcId="{A8CC293D-F36F-47AE-82AC-10999AD156EC}" destId="{B274012F-1240-4F55-B2D9-4B3413D568DE}" srcOrd="17" destOrd="0" presId="urn:microsoft.com/office/officeart/2016/7/layout/RepeatingBendingProcessNew"/>
    <dgm:cxn modelId="{E50BBC51-41F9-4F15-AF4C-C97D012CC4BA}" type="presParOf" srcId="{B274012F-1240-4F55-B2D9-4B3413D568DE}" destId="{79655DB9-26C8-4AD6-BDF3-6BE0EF22AF74}" srcOrd="0" destOrd="0" presId="urn:microsoft.com/office/officeart/2016/7/layout/RepeatingBendingProcessNew"/>
    <dgm:cxn modelId="{45F8E535-498E-41BA-9E5D-310732220756}" type="presParOf" srcId="{A8CC293D-F36F-47AE-82AC-10999AD156EC}" destId="{A9485FC3-1F60-496E-9BF7-C0CB2B63D5FD}" srcOrd="18" destOrd="0" presId="urn:microsoft.com/office/officeart/2016/7/layout/RepeatingBendingProcessNew"/>
    <dgm:cxn modelId="{4869B426-756B-4D51-98EE-EC715C7B1D71}" type="presParOf" srcId="{A8CC293D-F36F-47AE-82AC-10999AD156EC}" destId="{B8E9B12F-62E7-465F-8EFA-B15F7F496FC7}" srcOrd="19" destOrd="0" presId="urn:microsoft.com/office/officeart/2016/7/layout/RepeatingBendingProcessNew"/>
    <dgm:cxn modelId="{E8892983-631E-492D-AE65-038637C06DB3}" type="presParOf" srcId="{B8E9B12F-62E7-465F-8EFA-B15F7F496FC7}" destId="{40C32F46-7E67-46FB-8840-715A3A7C6C1C}" srcOrd="0" destOrd="0" presId="urn:microsoft.com/office/officeart/2016/7/layout/RepeatingBendingProcessNew"/>
    <dgm:cxn modelId="{5312A3C7-E8FB-4124-B405-E90DAB1CF25E}" type="presParOf" srcId="{A8CC293D-F36F-47AE-82AC-10999AD156EC}" destId="{42ED63BE-1FA9-4E86-875B-74435260D37C}" srcOrd="20" destOrd="0" presId="urn:microsoft.com/office/officeart/2016/7/layout/RepeatingBendingProcessNew"/>
    <dgm:cxn modelId="{1970842C-842D-45E7-AA56-4D5570A4326C}" type="presParOf" srcId="{A8CC293D-F36F-47AE-82AC-10999AD156EC}" destId="{73B1FAA5-F3E5-4CD9-AD8B-1F7825BF0068}" srcOrd="21" destOrd="0" presId="urn:microsoft.com/office/officeart/2016/7/layout/RepeatingBendingProcessNew"/>
    <dgm:cxn modelId="{3CCC76D7-DB74-4A72-9595-5A43CEA9CE2F}" type="presParOf" srcId="{73B1FAA5-F3E5-4CD9-AD8B-1F7825BF0068}" destId="{2764F9A8-92D9-4E8B-B5D7-57F1C2FD875B}" srcOrd="0" destOrd="0" presId="urn:microsoft.com/office/officeart/2016/7/layout/RepeatingBendingProcessNew"/>
    <dgm:cxn modelId="{7F247476-7372-47AE-88EB-16EA3523B85D}" type="presParOf" srcId="{A8CC293D-F36F-47AE-82AC-10999AD156EC}" destId="{96451E3A-5CC3-4BA4-9645-72CDF2A24107}" srcOrd="2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8664C2E-0C55-4E5D-9F2C-57088571330B}" type="doc">
      <dgm:prSet loTypeId="urn:microsoft.com/office/officeart/2016/7/layout/LinearArrowProcessNumbered" loCatId="process" qsTypeId="urn:microsoft.com/office/officeart/2005/8/quickstyle/simple1" qsCatId="simple" csTypeId="urn:microsoft.com/office/officeart/2005/8/colors/colorful5" csCatId="colorful"/>
      <dgm:spPr/>
      <dgm:t>
        <a:bodyPr/>
        <a:lstStyle/>
        <a:p>
          <a:endParaRPr lang="en-US"/>
        </a:p>
      </dgm:t>
    </dgm:pt>
    <dgm:pt modelId="{B28F5BB9-26F5-4AAB-9F77-20EFDD1BBC8F}">
      <dgm:prSet/>
      <dgm:spPr/>
      <dgm:t>
        <a:bodyPr/>
        <a:lstStyle/>
        <a:p>
          <a:r>
            <a:rPr lang="en-IN" b="1" i="0" dirty="0"/>
            <a:t>Define the Problem Statement-</a:t>
          </a:r>
          <a:r>
            <a:rPr lang="en-US" dirty="0"/>
            <a:t>Traditional chatbots that use only generative models often produce responses that sound fluent but may lack factual accuracy or real-time relevance. Users need intelligent conversational agents that not only understand natural language but also respond with grounded, verifiable information. The core problem is how to build a chatbot that generates </a:t>
          </a:r>
          <a:r>
            <a:rPr lang="en-US" b="1" dirty="0"/>
            <a:t>accurate, context-aware responses</a:t>
          </a:r>
          <a:r>
            <a:rPr lang="en-US" dirty="0"/>
            <a:t> by leveraging external knowledge sources.</a:t>
          </a:r>
        </a:p>
      </dgm:t>
    </dgm:pt>
    <dgm:pt modelId="{4116D995-D75C-4E64-848A-034B8BCFBD14}" type="parTrans" cxnId="{B4DA578D-F62F-447F-968E-A2E27E74CCC5}">
      <dgm:prSet/>
      <dgm:spPr/>
      <dgm:t>
        <a:bodyPr/>
        <a:lstStyle/>
        <a:p>
          <a:endParaRPr lang="en-US"/>
        </a:p>
      </dgm:t>
    </dgm:pt>
    <dgm:pt modelId="{A41985FB-FEDD-4A3E-80F3-9E4E7054D9E6}" type="sibTrans" cxnId="{B4DA578D-F62F-447F-968E-A2E27E74CCC5}">
      <dgm:prSet phldrT="1" phldr="0"/>
      <dgm:spPr/>
      <dgm:t>
        <a:bodyPr/>
        <a:lstStyle/>
        <a:p>
          <a:r>
            <a:rPr lang="en-US"/>
            <a:t>1</a:t>
          </a:r>
        </a:p>
      </dgm:t>
    </dgm:pt>
    <dgm:pt modelId="{145CD573-E5DE-4D1B-B07E-3C538EC812BC}">
      <dgm:prSet/>
      <dgm:spPr/>
      <dgm:t>
        <a:bodyPr/>
        <a:lstStyle/>
        <a:p>
          <a:r>
            <a:rPr lang="en-IN" b="1" i="0" dirty="0"/>
            <a:t>Gather User Requirements-</a:t>
          </a:r>
          <a:r>
            <a:rPr lang="en-US" dirty="0"/>
            <a:t>Understanding the end-users’ expectations is crucial. Users may include customers, students, employees, or general users who expect quick, intelligent, and helpful responses. This step involves collecting feedback and insights into how the chatbot will be used, what kind of questions it should handle, and what performance standards it must meet.</a:t>
          </a:r>
        </a:p>
      </dgm:t>
    </dgm:pt>
    <dgm:pt modelId="{EDA9C6C3-B55E-4817-B8F2-A87A7E156A44}" type="parTrans" cxnId="{AA7E9BCB-D462-4AAF-AA1D-E0C46C0D55E5}">
      <dgm:prSet/>
      <dgm:spPr/>
      <dgm:t>
        <a:bodyPr/>
        <a:lstStyle/>
        <a:p>
          <a:endParaRPr lang="en-US"/>
        </a:p>
      </dgm:t>
    </dgm:pt>
    <dgm:pt modelId="{3DC76E58-9564-47EA-841C-1C440054A81D}" type="sibTrans" cxnId="{AA7E9BCB-D462-4AAF-AA1D-E0C46C0D55E5}">
      <dgm:prSet phldrT="2" phldr="0"/>
      <dgm:spPr/>
      <dgm:t>
        <a:bodyPr/>
        <a:lstStyle/>
        <a:p>
          <a:r>
            <a:rPr lang="en-US"/>
            <a:t>2</a:t>
          </a:r>
        </a:p>
      </dgm:t>
    </dgm:pt>
    <dgm:pt modelId="{FA991357-7415-4AB7-A980-4A7772C445A2}">
      <dgm:prSet/>
      <dgm:spPr/>
      <dgm:t>
        <a:bodyPr/>
        <a:lstStyle/>
        <a:p>
          <a:r>
            <a:rPr lang="en-IN" b="1" i="0"/>
            <a:t>Analyze Requirements-</a:t>
          </a:r>
          <a:r>
            <a:rPr lang="en-US"/>
            <a:t>Once user needs are gathered, the next step is to translate them into technical requirements. This involves analyzing what kind of data the chatbot needs to retrieve, how it should integrate with the knowledge base, and what constraints (like latency or security) need to be considered.</a:t>
          </a:r>
        </a:p>
      </dgm:t>
    </dgm:pt>
    <dgm:pt modelId="{4B933C22-B066-4CD3-A0B7-C977F7557A3F}" type="parTrans" cxnId="{1DCC402A-51F1-405E-98FE-1E70C295627D}">
      <dgm:prSet/>
      <dgm:spPr/>
      <dgm:t>
        <a:bodyPr/>
        <a:lstStyle/>
        <a:p>
          <a:endParaRPr lang="en-US"/>
        </a:p>
      </dgm:t>
    </dgm:pt>
    <dgm:pt modelId="{1D827DBF-61D1-4FCB-945B-BE4A18BA7E23}" type="sibTrans" cxnId="{1DCC402A-51F1-405E-98FE-1E70C295627D}">
      <dgm:prSet phldrT="3" phldr="0"/>
      <dgm:spPr/>
      <dgm:t>
        <a:bodyPr/>
        <a:lstStyle/>
        <a:p>
          <a:r>
            <a:rPr lang="en-US"/>
            <a:t>3</a:t>
          </a:r>
        </a:p>
      </dgm:t>
    </dgm:pt>
    <dgm:pt modelId="{2861EE6A-CEAD-4EDD-B445-21B6C24714CC}">
      <dgm:prSet/>
      <dgm:spPr/>
      <dgm:t>
        <a:bodyPr/>
        <a:lstStyle/>
        <a:p>
          <a:r>
            <a:rPr lang="en-IN" b="1" i="0"/>
            <a:t>Plan Project Steps-</a:t>
          </a:r>
          <a:r>
            <a:rPr lang="en-US"/>
            <a:t>After requirement analysis, a clear roadmap for development is created. This includes dividing the project into phases with specific goals, timelines, tools, and resource allocations.</a:t>
          </a:r>
        </a:p>
      </dgm:t>
    </dgm:pt>
    <dgm:pt modelId="{35A3211C-837D-46E5-95AD-1E1A088F00D6}" type="parTrans" cxnId="{51575A14-DBA7-4B4E-B21C-50270FE33625}">
      <dgm:prSet/>
      <dgm:spPr/>
      <dgm:t>
        <a:bodyPr/>
        <a:lstStyle/>
        <a:p>
          <a:endParaRPr lang="en-US"/>
        </a:p>
      </dgm:t>
    </dgm:pt>
    <dgm:pt modelId="{131A136D-EC86-4121-AEE5-A062B855DF6D}" type="sibTrans" cxnId="{51575A14-DBA7-4B4E-B21C-50270FE33625}">
      <dgm:prSet phldrT="4" phldr="0"/>
      <dgm:spPr/>
      <dgm:t>
        <a:bodyPr/>
        <a:lstStyle/>
        <a:p>
          <a:r>
            <a:rPr lang="en-US"/>
            <a:t>4</a:t>
          </a:r>
        </a:p>
      </dgm:t>
    </dgm:pt>
    <dgm:pt modelId="{E4AD34F4-0B91-4631-82D5-1AFACE1EEFF8}">
      <dgm:prSet/>
      <dgm:spPr/>
      <dgm:t>
        <a:bodyPr/>
        <a:lstStyle/>
        <a:p>
          <a:r>
            <a:rPr lang="en-IN" b="1" i="0"/>
            <a:t>Design System Architecture-</a:t>
          </a:r>
          <a:r>
            <a:rPr lang="en-US"/>
            <a:t>This step outlines how all components will work together technically. For a RAG-based chatbot, the architecture should define how queries flow through retrieval and generation components, how data is stored and accessed, and how APIs interact.</a:t>
          </a:r>
        </a:p>
      </dgm:t>
    </dgm:pt>
    <dgm:pt modelId="{3D44B48E-9EE1-4689-87BD-80F3640C786A}" type="parTrans" cxnId="{8438723E-4095-4428-B09A-6B7ED4751403}">
      <dgm:prSet/>
      <dgm:spPr/>
      <dgm:t>
        <a:bodyPr/>
        <a:lstStyle/>
        <a:p>
          <a:endParaRPr lang="en-US"/>
        </a:p>
      </dgm:t>
    </dgm:pt>
    <dgm:pt modelId="{B0395362-0BFD-4D4F-AD11-3B8C4DE67057}" type="sibTrans" cxnId="{8438723E-4095-4428-B09A-6B7ED4751403}">
      <dgm:prSet phldrT="5" phldr="0"/>
      <dgm:spPr/>
      <dgm:t>
        <a:bodyPr/>
        <a:lstStyle/>
        <a:p>
          <a:r>
            <a:rPr lang="en-US"/>
            <a:t>5</a:t>
          </a:r>
        </a:p>
      </dgm:t>
    </dgm:pt>
    <dgm:pt modelId="{E6DD5ADE-2CA0-4B59-815E-81823ED0AA23}" type="pres">
      <dgm:prSet presAssocID="{B8664C2E-0C55-4E5D-9F2C-57088571330B}" presName="linearFlow" presStyleCnt="0">
        <dgm:presLayoutVars>
          <dgm:dir/>
          <dgm:animLvl val="lvl"/>
          <dgm:resizeHandles val="exact"/>
        </dgm:presLayoutVars>
      </dgm:prSet>
      <dgm:spPr/>
      <dgm:t>
        <a:bodyPr/>
        <a:lstStyle/>
        <a:p>
          <a:endParaRPr lang="en-US"/>
        </a:p>
      </dgm:t>
    </dgm:pt>
    <dgm:pt modelId="{EB73F4E4-E53E-4997-A381-B70A988659C2}" type="pres">
      <dgm:prSet presAssocID="{B28F5BB9-26F5-4AAB-9F77-20EFDD1BBC8F}" presName="compositeNode" presStyleCnt="0"/>
      <dgm:spPr/>
    </dgm:pt>
    <dgm:pt modelId="{097CDF77-CA39-4B3C-A1DF-F73D210D01AD}" type="pres">
      <dgm:prSet presAssocID="{B28F5BB9-26F5-4AAB-9F77-20EFDD1BBC8F}" presName="parTx" presStyleLbl="node1" presStyleIdx="0" presStyleCnt="0">
        <dgm:presLayoutVars>
          <dgm:chMax val="0"/>
          <dgm:chPref val="0"/>
          <dgm:bulletEnabled val="1"/>
        </dgm:presLayoutVars>
      </dgm:prSet>
      <dgm:spPr/>
    </dgm:pt>
    <dgm:pt modelId="{7CF5DC46-D4B1-40C8-9421-979472038FE8}" type="pres">
      <dgm:prSet presAssocID="{B28F5BB9-26F5-4AAB-9F77-20EFDD1BBC8F}" presName="parSh" presStyleCnt="0"/>
      <dgm:spPr/>
    </dgm:pt>
    <dgm:pt modelId="{B279DD22-5CA5-4621-979C-6139BBE3F2D7}" type="pres">
      <dgm:prSet presAssocID="{B28F5BB9-26F5-4AAB-9F77-20EFDD1BBC8F}" presName="lineNode" presStyleLbl="alignAccFollowNode1" presStyleIdx="0" presStyleCnt="15"/>
      <dgm:spPr/>
    </dgm:pt>
    <dgm:pt modelId="{EEA8AFAF-DC6C-4545-8265-C7E4403A6DCA}" type="pres">
      <dgm:prSet presAssocID="{B28F5BB9-26F5-4AAB-9F77-20EFDD1BBC8F}" presName="lineArrowNode" presStyleLbl="alignAccFollowNode1" presStyleIdx="1" presStyleCnt="15"/>
      <dgm:spPr/>
    </dgm:pt>
    <dgm:pt modelId="{716FB975-9856-4AF8-8CE7-9C225CFBC015}" type="pres">
      <dgm:prSet presAssocID="{A41985FB-FEDD-4A3E-80F3-9E4E7054D9E6}" presName="sibTransNodeCircle" presStyleLbl="alignNode1" presStyleIdx="0" presStyleCnt="5">
        <dgm:presLayoutVars>
          <dgm:chMax val="0"/>
          <dgm:bulletEnabled/>
        </dgm:presLayoutVars>
      </dgm:prSet>
      <dgm:spPr/>
      <dgm:t>
        <a:bodyPr/>
        <a:lstStyle/>
        <a:p>
          <a:endParaRPr lang="en-US"/>
        </a:p>
      </dgm:t>
    </dgm:pt>
    <dgm:pt modelId="{9F52C6EF-997C-4BB1-AA44-DFA91EE5BB74}" type="pres">
      <dgm:prSet presAssocID="{A41985FB-FEDD-4A3E-80F3-9E4E7054D9E6}" presName="spacerBetweenCircleAndCallout" presStyleCnt="0">
        <dgm:presLayoutVars/>
      </dgm:prSet>
      <dgm:spPr/>
    </dgm:pt>
    <dgm:pt modelId="{5CD6491F-E1FD-457C-BB83-563023F4104C}" type="pres">
      <dgm:prSet presAssocID="{B28F5BB9-26F5-4AAB-9F77-20EFDD1BBC8F}" presName="nodeText" presStyleLbl="alignAccFollowNode1" presStyleIdx="2" presStyleCnt="15">
        <dgm:presLayoutVars>
          <dgm:bulletEnabled val="1"/>
        </dgm:presLayoutVars>
      </dgm:prSet>
      <dgm:spPr/>
      <dgm:t>
        <a:bodyPr/>
        <a:lstStyle/>
        <a:p>
          <a:endParaRPr lang="en-US"/>
        </a:p>
      </dgm:t>
    </dgm:pt>
    <dgm:pt modelId="{479C85BB-F982-419A-A2CC-40F4372692BD}" type="pres">
      <dgm:prSet presAssocID="{A41985FB-FEDD-4A3E-80F3-9E4E7054D9E6}" presName="sibTransComposite" presStyleCnt="0"/>
      <dgm:spPr/>
    </dgm:pt>
    <dgm:pt modelId="{B2DE94C1-17BA-4A38-A393-C83608ADA411}" type="pres">
      <dgm:prSet presAssocID="{145CD573-E5DE-4D1B-B07E-3C538EC812BC}" presName="compositeNode" presStyleCnt="0"/>
      <dgm:spPr/>
    </dgm:pt>
    <dgm:pt modelId="{A0764614-7307-4ECA-8313-6578067733E6}" type="pres">
      <dgm:prSet presAssocID="{145CD573-E5DE-4D1B-B07E-3C538EC812BC}" presName="parTx" presStyleLbl="node1" presStyleIdx="0" presStyleCnt="0">
        <dgm:presLayoutVars>
          <dgm:chMax val="0"/>
          <dgm:chPref val="0"/>
          <dgm:bulletEnabled val="1"/>
        </dgm:presLayoutVars>
      </dgm:prSet>
      <dgm:spPr/>
    </dgm:pt>
    <dgm:pt modelId="{28A1C5BD-14BA-4031-8650-A83BF4CD19D8}" type="pres">
      <dgm:prSet presAssocID="{145CD573-E5DE-4D1B-B07E-3C538EC812BC}" presName="parSh" presStyleCnt="0"/>
      <dgm:spPr/>
    </dgm:pt>
    <dgm:pt modelId="{84C29CA3-D3E0-407C-8FCB-6DDC39AEB5CC}" type="pres">
      <dgm:prSet presAssocID="{145CD573-E5DE-4D1B-B07E-3C538EC812BC}" presName="lineNode" presStyleLbl="alignAccFollowNode1" presStyleIdx="3" presStyleCnt="15"/>
      <dgm:spPr/>
    </dgm:pt>
    <dgm:pt modelId="{8EAB63C8-3A4B-4979-A5FF-44B63A774393}" type="pres">
      <dgm:prSet presAssocID="{145CD573-E5DE-4D1B-B07E-3C538EC812BC}" presName="lineArrowNode" presStyleLbl="alignAccFollowNode1" presStyleIdx="4" presStyleCnt="15"/>
      <dgm:spPr/>
    </dgm:pt>
    <dgm:pt modelId="{33A6DC0F-8C44-4378-BD9B-7BCF53F49B63}" type="pres">
      <dgm:prSet presAssocID="{3DC76E58-9564-47EA-841C-1C440054A81D}" presName="sibTransNodeCircle" presStyleLbl="alignNode1" presStyleIdx="1" presStyleCnt="5">
        <dgm:presLayoutVars>
          <dgm:chMax val="0"/>
          <dgm:bulletEnabled/>
        </dgm:presLayoutVars>
      </dgm:prSet>
      <dgm:spPr/>
      <dgm:t>
        <a:bodyPr/>
        <a:lstStyle/>
        <a:p>
          <a:endParaRPr lang="en-US"/>
        </a:p>
      </dgm:t>
    </dgm:pt>
    <dgm:pt modelId="{91D8A55B-1174-40E8-BC6E-F13ACF3986BA}" type="pres">
      <dgm:prSet presAssocID="{3DC76E58-9564-47EA-841C-1C440054A81D}" presName="spacerBetweenCircleAndCallout" presStyleCnt="0">
        <dgm:presLayoutVars/>
      </dgm:prSet>
      <dgm:spPr/>
    </dgm:pt>
    <dgm:pt modelId="{7F1AFB4D-3BAD-4962-9261-4A5897EBE0C1}" type="pres">
      <dgm:prSet presAssocID="{145CD573-E5DE-4D1B-B07E-3C538EC812BC}" presName="nodeText" presStyleLbl="alignAccFollowNode1" presStyleIdx="5" presStyleCnt="15">
        <dgm:presLayoutVars>
          <dgm:bulletEnabled val="1"/>
        </dgm:presLayoutVars>
      </dgm:prSet>
      <dgm:spPr/>
      <dgm:t>
        <a:bodyPr/>
        <a:lstStyle/>
        <a:p>
          <a:endParaRPr lang="en-US"/>
        </a:p>
      </dgm:t>
    </dgm:pt>
    <dgm:pt modelId="{80C3F462-FF81-4634-AEC1-FEB7BF244BBD}" type="pres">
      <dgm:prSet presAssocID="{3DC76E58-9564-47EA-841C-1C440054A81D}" presName="sibTransComposite" presStyleCnt="0"/>
      <dgm:spPr/>
    </dgm:pt>
    <dgm:pt modelId="{1FB789DD-7196-452B-80B6-8693FDBFF949}" type="pres">
      <dgm:prSet presAssocID="{FA991357-7415-4AB7-A980-4A7772C445A2}" presName="compositeNode" presStyleCnt="0"/>
      <dgm:spPr/>
    </dgm:pt>
    <dgm:pt modelId="{F9A01E7F-AFDD-4749-B7FB-D407FEDFCC96}" type="pres">
      <dgm:prSet presAssocID="{FA991357-7415-4AB7-A980-4A7772C445A2}" presName="parTx" presStyleLbl="node1" presStyleIdx="0" presStyleCnt="0">
        <dgm:presLayoutVars>
          <dgm:chMax val="0"/>
          <dgm:chPref val="0"/>
          <dgm:bulletEnabled val="1"/>
        </dgm:presLayoutVars>
      </dgm:prSet>
      <dgm:spPr/>
    </dgm:pt>
    <dgm:pt modelId="{608DF100-65E7-489D-AE95-B78B9CAD9CA0}" type="pres">
      <dgm:prSet presAssocID="{FA991357-7415-4AB7-A980-4A7772C445A2}" presName="parSh" presStyleCnt="0"/>
      <dgm:spPr/>
    </dgm:pt>
    <dgm:pt modelId="{3FC75FD6-12ED-42E9-86C1-8A6FFC88CD6C}" type="pres">
      <dgm:prSet presAssocID="{FA991357-7415-4AB7-A980-4A7772C445A2}" presName="lineNode" presStyleLbl="alignAccFollowNode1" presStyleIdx="6" presStyleCnt="15"/>
      <dgm:spPr/>
    </dgm:pt>
    <dgm:pt modelId="{C2283030-1907-4923-8D32-077514D14B41}" type="pres">
      <dgm:prSet presAssocID="{FA991357-7415-4AB7-A980-4A7772C445A2}" presName="lineArrowNode" presStyleLbl="alignAccFollowNode1" presStyleIdx="7" presStyleCnt="15"/>
      <dgm:spPr/>
    </dgm:pt>
    <dgm:pt modelId="{86672B96-E3EF-465A-BEA0-785D4C2FC581}" type="pres">
      <dgm:prSet presAssocID="{1D827DBF-61D1-4FCB-945B-BE4A18BA7E23}" presName="sibTransNodeCircle" presStyleLbl="alignNode1" presStyleIdx="2" presStyleCnt="5">
        <dgm:presLayoutVars>
          <dgm:chMax val="0"/>
          <dgm:bulletEnabled/>
        </dgm:presLayoutVars>
      </dgm:prSet>
      <dgm:spPr/>
      <dgm:t>
        <a:bodyPr/>
        <a:lstStyle/>
        <a:p>
          <a:endParaRPr lang="en-US"/>
        </a:p>
      </dgm:t>
    </dgm:pt>
    <dgm:pt modelId="{FC0B035B-C9C4-4E24-BD93-31527CF80884}" type="pres">
      <dgm:prSet presAssocID="{1D827DBF-61D1-4FCB-945B-BE4A18BA7E23}" presName="spacerBetweenCircleAndCallout" presStyleCnt="0">
        <dgm:presLayoutVars/>
      </dgm:prSet>
      <dgm:spPr/>
    </dgm:pt>
    <dgm:pt modelId="{275C4291-B1DC-441C-B5F8-F72E2DE5630C}" type="pres">
      <dgm:prSet presAssocID="{FA991357-7415-4AB7-A980-4A7772C445A2}" presName="nodeText" presStyleLbl="alignAccFollowNode1" presStyleIdx="8" presStyleCnt="15">
        <dgm:presLayoutVars>
          <dgm:bulletEnabled val="1"/>
        </dgm:presLayoutVars>
      </dgm:prSet>
      <dgm:spPr/>
      <dgm:t>
        <a:bodyPr/>
        <a:lstStyle/>
        <a:p>
          <a:endParaRPr lang="en-US"/>
        </a:p>
      </dgm:t>
    </dgm:pt>
    <dgm:pt modelId="{9FC51FC0-1F30-42B4-BEA4-C55389AA27B5}" type="pres">
      <dgm:prSet presAssocID="{1D827DBF-61D1-4FCB-945B-BE4A18BA7E23}" presName="sibTransComposite" presStyleCnt="0"/>
      <dgm:spPr/>
    </dgm:pt>
    <dgm:pt modelId="{3531BD5C-A549-4121-906C-71E142DB4941}" type="pres">
      <dgm:prSet presAssocID="{2861EE6A-CEAD-4EDD-B445-21B6C24714CC}" presName="compositeNode" presStyleCnt="0"/>
      <dgm:spPr/>
    </dgm:pt>
    <dgm:pt modelId="{E7C0CC91-9197-4E2A-A9D4-C4A33ADD1FB4}" type="pres">
      <dgm:prSet presAssocID="{2861EE6A-CEAD-4EDD-B445-21B6C24714CC}" presName="parTx" presStyleLbl="node1" presStyleIdx="0" presStyleCnt="0">
        <dgm:presLayoutVars>
          <dgm:chMax val="0"/>
          <dgm:chPref val="0"/>
          <dgm:bulletEnabled val="1"/>
        </dgm:presLayoutVars>
      </dgm:prSet>
      <dgm:spPr/>
    </dgm:pt>
    <dgm:pt modelId="{BC585E6D-963A-45A0-AC62-282079554DB8}" type="pres">
      <dgm:prSet presAssocID="{2861EE6A-CEAD-4EDD-B445-21B6C24714CC}" presName="parSh" presStyleCnt="0"/>
      <dgm:spPr/>
    </dgm:pt>
    <dgm:pt modelId="{6B59255F-499E-4771-AE7F-0CEE8E4ACDCB}" type="pres">
      <dgm:prSet presAssocID="{2861EE6A-CEAD-4EDD-B445-21B6C24714CC}" presName="lineNode" presStyleLbl="alignAccFollowNode1" presStyleIdx="9" presStyleCnt="15"/>
      <dgm:spPr/>
    </dgm:pt>
    <dgm:pt modelId="{56E70DF7-1576-4243-B933-ABCB499813B7}" type="pres">
      <dgm:prSet presAssocID="{2861EE6A-CEAD-4EDD-B445-21B6C24714CC}" presName="lineArrowNode" presStyleLbl="alignAccFollowNode1" presStyleIdx="10" presStyleCnt="15"/>
      <dgm:spPr/>
    </dgm:pt>
    <dgm:pt modelId="{995CCF85-F118-45E6-9D4E-A6DECC8BA028}" type="pres">
      <dgm:prSet presAssocID="{131A136D-EC86-4121-AEE5-A062B855DF6D}" presName="sibTransNodeCircle" presStyleLbl="alignNode1" presStyleIdx="3" presStyleCnt="5">
        <dgm:presLayoutVars>
          <dgm:chMax val="0"/>
          <dgm:bulletEnabled/>
        </dgm:presLayoutVars>
      </dgm:prSet>
      <dgm:spPr/>
      <dgm:t>
        <a:bodyPr/>
        <a:lstStyle/>
        <a:p>
          <a:endParaRPr lang="en-US"/>
        </a:p>
      </dgm:t>
    </dgm:pt>
    <dgm:pt modelId="{177CEC66-E14E-4473-B52F-19C2DF7E4B79}" type="pres">
      <dgm:prSet presAssocID="{131A136D-EC86-4121-AEE5-A062B855DF6D}" presName="spacerBetweenCircleAndCallout" presStyleCnt="0">
        <dgm:presLayoutVars/>
      </dgm:prSet>
      <dgm:spPr/>
    </dgm:pt>
    <dgm:pt modelId="{4EDA114D-D8CC-42B1-8D1C-1D84B2022E9C}" type="pres">
      <dgm:prSet presAssocID="{2861EE6A-CEAD-4EDD-B445-21B6C24714CC}" presName="nodeText" presStyleLbl="alignAccFollowNode1" presStyleIdx="11" presStyleCnt="15">
        <dgm:presLayoutVars>
          <dgm:bulletEnabled val="1"/>
        </dgm:presLayoutVars>
      </dgm:prSet>
      <dgm:spPr/>
      <dgm:t>
        <a:bodyPr/>
        <a:lstStyle/>
        <a:p>
          <a:endParaRPr lang="en-US"/>
        </a:p>
      </dgm:t>
    </dgm:pt>
    <dgm:pt modelId="{8D977C2A-4D01-49A5-BCEE-B4852257A549}" type="pres">
      <dgm:prSet presAssocID="{131A136D-EC86-4121-AEE5-A062B855DF6D}" presName="sibTransComposite" presStyleCnt="0"/>
      <dgm:spPr/>
    </dgm:pt>
    <dgm:pt modelId="{06419250-2125-4C2C-A22F-AB730FFC0DD0}" type="pres">
      <dgm:prSet presAssocID="{E4AD34F4-0B91-4631-82D5-1AFACE1EEFF8}" presName="compositeNode" presStyleCnt="0"/>
      <dgm:spPr/>
    </dgm:pt>
    <dgm:pt modelId="{A4456278-3EB8-4AD5-BF93-B5C56096DEDE}" type="pres">
      <dgm:prSet presAssocID="{E4AD34F4-0B91-4631-82D5-1AFACE1EEFF8}" presName="parTx" presStyleLbl="node1" presStyleIdx="0" presStyleCnt="0">
        <dgm:presLayoutVars>
          <dgm:chMax val="0"/>
          <dgm:chPref val="0"/>
          <dgm:bulletEnabled val="1"/>
        </dgm:presLayoutVars>
      </dgm:prSet>
      <dgm:spPr/>
    </dgm:pt>
    <dgm:pt modelId="{47AE0704-9492-431E-8C5C-43530C54F9D9}" type="pres">
      <dgm:prSet presAssocID="{E4AD34F4-0B91-4631-82D5-1AFACE1EEFF8}" presName="parSh" presStyleCnt="0"/>
      <dgm:spPr/>
    </dgm:pt>
    <dgm:pt modelId="{97EC77CC-A609-4D96-9DC4-0B096695D206}" type="pres">
      <dgm:prSet presAssocID="{E4AD34F4-0B91-4631-82D5-1AFACE1EEFF8}" presName="lineNode" presStyleLbl="alignAccFollowNode1" presStyleIdx="12" presStyleCnt="15"/>
      <dgm:spPr/>
    </dgm:pt>
    <dgm:pt modelId="{9AAFA9BF-0ECD-4AA5-B0D1-706212780C18}" type="pres">
      <dgm:prSet presAssocID="{E4AD34F4-0B91-4631-82D5-1AFACE1EEFF8}" presName="lineArrowNode" presStyleLbl="alignAccFollowNode1" presStyleIdx="13" presStyleCnt="15"/>
      <dgm:spPr/>
    </dgm:pt>
    <dgm:pt modelId="{E6924883-38BA-4545-BBD3-2040F96D0687}" type="pres">
      <dgm:prSet presAssocID="{B0395362-0BFD-4D4F-AD11-3B8C4DE67057}" presName="sibTransNodeCircle" presStyleLbl="alignNode1" presStyleIdx="4" presStyleCnt="5">
        <dgm:presLayoutVars>
          <dgm:chMax val="0"/>
          <dgm:bulletEnabled/>
        </dgm:presLayoutVars>
      </dgm:prSet>
      <dgm:spPr/>
      <dgm:t>
        <a:bodyPr/>
        <a:lstStyle/>
        <a:p>
          <a:endParaRPr lang="en-US"/>
        </a:p>
      </dgm:t>
    </dgm:pt>
    <dgm:pt modelId="{5F9AE6E9-A59E-47D0-886A-E8BFC6CDA13B}" type="pres">
      <dgm:prSet presAssocID="{B0395362-0BFD-4D4F-AD11-3B8C4DE67057}" presName="spacerBetweenCircleAndCallout" presStyleCnt="0">
        <dgm:presLayoutVars/>
      </dgm:prSet>
      <dgm:spPr/>
    </dgm:pt>
    <dgm:pt modelId="{EC9EE945-F27E-44A8-9080-CD574A11E69E}" type="pres">
      <dgm:prSet presAssocID="{E4AD34F4-0B91-4631-82D5-1AFACE1EEFF8}" presName="nodeText" presStyleLbl="alignAccFollowNode1" presStyleIdx="14" presStyleCnt="15">
        <dgm:presLayoutVars>
          <dgm:bulletEnabled val="1"/>
        </dgm:presLayoutVars>
      </dgm:prSet>
      <dgm:spPr/>
      <dgm:t>
        <a:bodyPr/>
        <a:lstStyle/>
        <a:p>
          <a:endParaRPr lang="en-US"/>
        </a:p>
      </dgm:t>
    </dgm:pt>
  </dgm:ptLst>
  <dgm:cxnLst>
    <dgm:cxn modelId="{0E19B852-BC70-4AE8-95E0-55A213BE0C2C}" type="presOf" srcId="{B8664C2E-0C55-4E5D-9F2C-57088571330B}" destId="{E6DD5ADE-2CA0-4B59-815E-81823ED0AA23}" srcOrd="0" destOrd="0" presId="urn:microsoft.com/office/officeart/2016/7/layout/LinearArrowProcessNumbered"/>
    <dgm:cxn modelId="{51575A14-DBA7-4B4E-B21C-50270FE33625}" srcId="{B8664C2E-0C55-4E5D-9F2C-57088571330B}" destId="{2861EE6A-CEAD-4EDD-B445-21B6C24714CC}" srcOrd="3" destOrd="0" parTransId="{35A3211C-837D-46E5-95AD-1E1A088F00D6}" sibTransId="{131A136D-EC86-4121-AEE5-A062B855DF6D}"/>
    <dgm:cxn modelId="{5AEA81DE-556F-4ACE-9A61-8F745D61362B}" type="presOf" srcId="{B28F5BB9-26F5-4AAB-9F77-20EFDD1BBC8F}" destId="{5CD6491F-E1FD-457C-BB83-563023F4104C}" srcOrd="0" destOrd="0" presId="urn:microsoft.com/office/officeart/2016/7/layout/LinearArrowProcessNumbered"/>
    <dgm:cxn modelId="{C9769718-3782-41B5-A458-072DEAC63078}" type="presOf" srcId="{FA991357-7415-4AB7-A980-4A7772C445A2}" destId="{275C4291-B1DC-441C-B5F8-F72E2DE5630C}" srcOrd="0" destOrd="0" presId="urn:microsoft.com/office/officeart/2016/7/layout/LinearArrowProcessNumbered"/>
    <dgm:cxn modelId="{023DAB8B-25E9-4A4B-B2B6-DA976CE185F2}" type="presOf" srcId="{131A136D-EC86-4121-AEE5-A062B855DF6D}" destId="{995CCF85-F118-45E6-9D4E-A6DECC8BA028}" srcOrd="0" destOrd="0" presId="urn:microsoft.com/office/officeart/2016/7/layout/LinearArrowProcessNumbered"/>
    <dgm:cxn modelId="{4E1592F0-25A3-4328-8B30-BB1A70930C58}" type="presOf" srcId="{145CD573-E5DE-4D1B-B07E-3C538EC812BC}" destId="{7F1AFB4D-3BAD-4962-9261-4A5897EBE0C1}" srcOrd="0" destOrd="0" presId="urn:microsoft.com/office/officeart/2016/7/layout/LinearArrowProcessNumbered"/>
    <dgm:cxn modelId="{9DEDBD88-17D9-48EC-902D-4812FA7DCF1C}" type="presOf" srcId="{B0395362-0BFD-4D4F-AD11-3B8C4DE67057}" destId="{E6924883-38BA-4545-BBD3-2040F96D0687}" srcOrd="0" destOrd="0" presId="urn:microsoft.com/office/officeart/2016/7/layout/LinearArrowProcessNumbered"/>
    <dgm:cxn modelId="{AA7E9BCB-D462-4AAF-AA1D-E0C46C0D55E5}" srcId="{B8664C2E-0C55-4E5D-9F2C-57088571330B}" destId="{145CD573-E5DE-4D1B-B07E-3C538EC812BC}" srcOrd="1" destOrd="0" parTransId="{EDA9C6C3-B55E-4817-B8F2-A87A7E156A44}" sibTransId="{3DC76E58-9564-47EA-841C-1C440054A81D}"/>
    <dgm:cxn modelId="{6676239D-DF47-44D7-A163-F68A0F246757}" type="presOf" srcId="{2861EE6A-CEAD-4EDD-B445-21B6C24714CC}" destId="{4EDA114D-D8CC-42B1-8D1C-1D84B2022E9C}" srcOrd="0" destOrd="0" presId="urn:microsoft.com/office/officeart/2016/7/layout/LinearArrowProcessNumbered"/>
    <dgm:cxn modelId="{8438723E-4095-4428-B09A-6B7ED4751403}" srcId="{B8664C2E-0C55-4E5D-9F2C-57088571330B}" destId="{E4AD34F4-0B91-4631-82D5-1AFACE1EEFF8}" srcOrd="4" destOrd="0" parTransId="{3D44B48E-9EE1-4689-87BD-80F3640C786A}" sibTransId="{B0395362-0BFD-4D4F-AD11-3B8C4DE67057}"/>
    <dgm:cxn modelId="{C1E503D9-D848-4E79-9BF2-1E3ADD8CB743}" type="presOf" srcId="{3DC76E58-9564-47EA-841C-1C440054A81D}" destId="{33A6DC0F-8C44-4378-BD9B-7BCF53F49B63}" srcOrd="0" destOrd="0" presId="urn:microsoft.com/office/officeart/2016/7/layout/LinearArrowProcessNumbered"/>
    <dgm:cxn modelId="{AEF9BB3C-3B0F-410D-B7CE-A182BE1F036E}" type="presOf" srcId="{A41985FB-FEDD-4A3E-80F3-9E4E7054D9E6}" destId="{716FB975-9856-4AF8-8CE7-9C225CFBC015}" srcOrd="0" destOrd="0" presId="urn:microsoft.com/office/officeart/2016/7/layout/LinearArrowProcessNumbered"/>
    <dgm:cxn modelId="{DC9868F9-E7FC-419F-AEE9-E56F4AEE4FA2}" type="presOf" srcId="{E4AD34F4-0B91-4631-82D5-1AFACE1EEFF8}" destId="{EC9EE945-F27E-44A8-9080-CD574A11E69E}" srcOrd="0" destOrd="0" presId="urn:microsoft.com/office/officeart/2016/7/layout/LinearArrowProcessNumbered"/>
    <dgm:cxn modelId="{EE78FFBD-8D14-425A-AB7D-9474D956D887}" type="presOf" srcId="{1D827DBF-61D1-4FCB-945B-BE4A18BA7E23}" destId="{86672B96-E3EF-465A-BEA0-785D4C2FC581}" srcOrd="0" destOrd="0" presId="urn:microsoft.com/office/officeart/2016/7/layout/LinearArrowProcessNumbered"/>
    <dgm:cxn modelId="{B4DA578D-F62F-447F-968E-A2E27E74CCC5}" srcId="{B8664C2E-0C55-4E5D-9F2C-57088571330B}" destId="{B28F5BB9-26F5-4AAB-9F77-20EFDD1BBC8F}" srcOrd="0" destOrd="0" parTransId="{4116D995-D75C-4E64-848A-034B8BCFBD14}" sibTransId="{A41985FB-FEDD-4A3E-80F3-9E4E7054D9E6}"/>
    <dgm:cxn modelId="{1DCC402A-51F1-405E-98FE-1E70C295627D}" srcId="{B8664C2E-0C55-4E5D-9F2C-57088571330B}" destId="{FA991357-7415-4AB7-A980-4A7772C445A2}" srcOrd="2" destOrd="0" parTransId="{4B933C22-B066-4CD3-A0B7-C977F7557A3F}" sibTransId="{1D827DBF-61D1-4FCB-945B-BE4A18BA7E23}"/>
    <dgm:cxn modelId="{11B191AD-43DE-4DC3-9CAA-2BC5B85CE7EE}" type="presParOf" srcId="{E6DD5ADE-2CA0-4B59-815E-81823ED0AA23}" destId="{EB73F4E4-E53E-4997-A381-B70A988659C2}" srcOrd="0" destOrd="0" presId="urn:microsoft.com/office/officeart/2016/7/layout/LinearArrowProcessNumbered"/>
    <dgm:cxn modelId="{E7084A64-6CDB-4DF0-88B6-2D43FFB9F03A}" type="presParOf" srcId="{EB73F4E4-E53E-4997-A381-B70A988659C2}" destId="{097CDF77-CA39-4B3C-A1DF-F73D210D01AD}" srcOrd="0" destOrd="0" presId="urn:microsoft.com/office/officeart/2016/7/layout/LinearArrowProcessNumbered"/>
    <dgm:cxn modelId="{92636724-5B2B-4F78-BD65-78F25BDD0211}" type="presParOf" srcId="{EB73F4E4-E53E-4997-A381-B70A988659C2}" destId="{7CF5DC46-D4B1-40C8-9421-979472038FE8}" srcOrd="1" destOrd="0" presId="urn:microsoft.com/office/officeart/2016/7/layout/LinearArrowProcessNumbered"/>
    <dgm:cxn modelId="{4C085A7E-C9D0-4618-AA66-80F70DE6D8D4}" type="presParOf" srcId="{7CF5DC46-D4B1-40C8-9421-979472038FE8}" destId="{B279DD22-5CA5-4621-979C-6139BBE3F2D7}" srcOrd="0" destOrd="0" presId="urn:microsoft.com/office/officeart/2016/7/layout/LinearArrowProcessNumbered"/>
    <dgm:cxn modelId="{0D44E071-B81A-466F-8541-8409E5E7A03D}" type="presParOf" srcId="{7CF5DC46-D4B1-40C8-9421-979472038FE8}" destId="{EEA8AFAF-DC6C-4545-8265-C7E4403A6DCA}" srcOrd="1" destOrd="0" presId="urn:microsoft.com/office/officeart/2016/7/layout/LinearArrowProcessNumbered"/>
    <dgm:cxn modelId="{64529735-7135-4A8A-BAE5-2E6E2BC99366}" type="presParOf" srcId="{7CF5DC46-D4B1-40C8-9421-979472038FE8}" destId="{716FB975-9856-4AF8-8CE7-9C225CFBC015}" srcOrd="2" destOrd="0" presId="urn:microsoft.com/office/officeart/2016/7/layout/LinearArrowProcessNumbered"/>
    <dgm:cxn modelId="{C4F9165F-FC1E-49C2-98A0-2A566B33F7BB}" type="presParOf" srcId="{7CF5DC46-D4B1-40C8-9421-979472038FE8}" destId="{9F52C6EF-997C-4BB1-AA44-DFA91EE5BB74}" srcOrd="3" destOrd="0" presId="urn:microsoft.com/office/officeart/2016/7/layout/LinearArrowProcessNumbered"/>
    <dgm:cxn modelId="{2D8C5670-D56B-4BDA-896B-D4E4956779DF}" type="presParOf" srcId="{EB73F4E4-E53E-4997-A381-B70A988659C2}" destId="{5CD6491F-E1FD-457C-BB83-563023F4104C}" srcOrd="2" destOrd="0" presId="urn:microsoft.com/office/officeart/2016/7/layout/LinearArrowProcessNumbered"/>
    <dgm:cxn modelId="{933D7F6F-7DF7-482F-A059-D73D79AB76DF}" type="presParOf" srcId="{E6DD5ADE-2CA0-4B59-815E-81823ED0AA23}" destId="{479C85BB-F982-419A-A2CC-40F4372692BD}" srcOrd="1" destOrd="0" presId="urn:microsoft.com/office/officeart/2016/7/layout/LinearArrowProcessNumbered"/>
    <dgm:cxn modelId="{B90F55E5-75F3-4BBA-B43B-D627BAFB2AE1}" type="presParOf" srcId="{E6DD5ADE-2CA0-4B59-815E-81823ED0AA23}" destId="{B2DE94C1-17BA-4A38-A393-C83608ADA411}" srcOrd="2" destOrd="0" presId="urn:microsoft.com/office/officeart/2016/7/layout/LinearArrowProcessNumbered"/>
    <dgm:cxn modelId="{ABC1E04E-DAE4-43B5-B288-F14AEC198E33}" type="presParOf" srcId="{B2DE94C1-17BA-4A38-A393-C83608ADA411}" destId="{A0764614-7307-4ECA-8313-6578067733E6}" srcOrd="0" destOrd="0" presId="urn:microsoft.com/office/officeart/2016/7/layout/LinearArrowProcessNumbered"/>
    <dgm:cxn modelId="{CB7DD597-E522-43F9-97D5-CFFB8824A821}" type="presParOf" srcId="{B2DE94C1-17BA-4A38-A393-C83608ADA411}" destId="{28A1C5BD-14BA-4031-8650-A83BF4CD19D8}" srcOrd="1" destOrd="0" presId="urn:microsoft.com/office/officeart/2016/7/layout/LinearArrowProcessNumbered"/>
    <dgm:cxn modelId="{4C40A1E2-9841-4B65-A53F-948B99DFEF1B}" type="presParOf" srcId="{28A1C5BD-14BA-4031-8650-A83BF4CD19D8}" destId="{84C29CA3-D3E0-407C-8FCB-6DDC39AEB5CC}" srcOrd="0" destOrd="0" presId="urn:microsoft.com/office/officeart/2016/7/layout/LinearArrowProcessNumbered"/>
    <dgm:cxn modelId="{00CCB818-B536-4FDB-9A51-C86B49D5E141}" type="presParOf" srcId="{28A1C5BD-14BA-4031-8650-A83BF4CD19D8}" destId="{8EAB63C8-3A4B-4979-A5FF-44B63A774393}" srcOrd="1" destOrd="0" presId="urn:microsoft.com/office/officeart/2016/7/layout/LinearArrowProcessNumbered"/>
    <dgm:cxn modelId="{84F4F751-4746-4E62-B30F-210C0D282810}" type="presParOf" srcId="{28A1C5BD-14BA-4031-8650-A83BF4CD19D8}" destId="{33A6DC0F-8C44-4378-BD9B-7BCF53F49B63}" srcOrd="2" destOrd="0" presId="urn:microsoft.com/office/officeart/2016/7/layout/LinearArrowProcessNumbered"/>
    <dgm:cxn modelId="{7C5481F0-9B97-4BFE-8DD5-61A88DA996D2}" type="presParOf" srcId="{28A1C5BD-14BA-4031-8650-A83BF4CD19D8}" destId="{91D8A55B-1174-40E8-BC6E-F13ACF3986BA}" srcOrd="3" destOrd="0" presId="urn:microsoft.com/office/officeart/2016/7/layout/LinearArrowProcessNumbered"/>
    <dgm:cxn modelId="{7C780494-B3B0-4F04-9519-E2F62886D9A5}" type="presParOf" srcId="{B2DE94C1-17BA-4A38-A393-C83608ADA411}" destId="{7F1AFB4D-3BAD-4962-9261-4A5897EBE0C1}" srcOrd="2" destOrd="0" presId="urn:microsoft.com/office/officeart/2016/7/layout/LinearArrowProcessNumbered"/>
    <dgm:cxn modelId="{361B6D00-9F5C-42E2-BAFD-F7B345A6D141}" type="presParOf" srcId="{E6DD5ADE-2CA0-4B59-815E-81823ED0AA23}" destId="{80C3F462-FF81-4634-AEC1-FEB7BF244BBD}" srcOrd="3" destOrd="0" presId="urn:microsoft.com/office/officeart/2016/7/layout/LinearArrowProcessNumbered"/>
    <dgm:cxn modelId="{F9C4DF2E-F4CB-4019-BCEA-96BBEF57ED6E}" type="presParOf" srcId="{E6DD5ADE-2CA0-4B59-815E-81823ED0AA23}" destId="{1FB789DD-7196-452B-80B6-8693FDBFF949}" srcOrd="4" destOrd="0" presId="urn:microsoft.com/office/officeart/2016/7/layout/LinearArrowProcessNumbered"/>
    <dgm:cxn modelId="{6F390B47-5ECE-4AFE-82B8-BE72A4D32A07}" type="presParOf" srcId="{1FB789DD-7196-452B-80B6-8693FDBFF949}" destId="{F9A01E7F-AFDD-4749-B7FB-D407FEDFCC96}" srcOrd="0" destOrd="0" presId="urn:microsoft.com/office/officeart/2016/7/layout/LinearArrowProcessNumbered"/>
    <dgm:cxn modelId="{B3F4DBE7-8D10-473F-AB9B-8F5982E6DF36}" type="presParOf" srcId="{1FB789DD-7196-452B-80B6-8693FDBFF949}" destId="{608DF100-65E7-489D-AE95-B78B9CAD9CA0}" srcOrd="1" destOrd="0" presId="urn:microsoft.com/office/officeart/2016/7/layout/LinearArrowProcessNumbered"/>
    <dgm:cxn modelId="{54A6674A-7273-4A81-99DB-23373EF2F054}" type="presParOf" srcId="{608DF100-65E7-489D-AE95-B78B9CAD9CA0}" destId="{3FC75FD6-12ED-42E9-86C1-8A6FFC88CD6C}" srcOrd="0" destOrd="0" presId="urn:microsoft.com/office/officeart/2016/7/layout/LinearArrowProcessNumbered"/>
    <dgm:cxn modelId="{D8109D3D-E5A5-47E3-91DC-4CFCD1C915F4}" type="presParOf" srcId="{608DF100-65E7-489D-AE95-B78B9CAD9CA0}" destId="{C2283030-1907-4923-8D32-077514D14B41}" srcOrd="1" destOrd="0" presId="urn:microsoft.com/office/officeart/2016/7/layout/LinearArrowProcessNumbered"/>
    <dgm:cxn modelId="{3859E749-553F-4303-8DFC-B918647C6DC7}" type="presParOf" srcId="{608DF100-65E7-489D-AE95-B78B9CAD9CA0}" destId="{86672B96-E3EF-465A-BEA0-785D4C2FC581}" srcOrd="2" destOrd="0" presId="urn:microsoft.com/office/officeart/2016/7/layout/LinearArrowProcessNumbered"/>
    <dgm:cxn modelId="{64EB8C2A-0ACA-42D8-A5F5-F1FEF6DA0681}" type="presParOf" srcId="{608DF100-65E7-489D-AE95-B78B9CAD9CA0}" destId="{FC0B035B-C9C4-4E24-BD93-31527CF80884}" srcOrd="3" destOrd="0" presId="urn:microsoft.com/office/officeart/2016/7/layout/LinearArrowProcessNumbered"/>
    <dgm:cxn modelId="{723BF5F2-59AC-4A9A-98BA-95E9A83C8E75}" type="presParOf" srcId="{1FB789DD-7196-452B-80B6-8693FDBFF949}" destId="{275C4291-B1DC-441C-B5F8-F72E2DE5630C}" srcOrd="2" destOrd="0" presId="urn:microsoft.com/office/officeart/2016/7/layout/LinearArrowProcessNumbered"/>
    <dgm:cxn modelId="{A6DF4FFB-181E-4076-93E1-FE4C1085A7FA}" type="presParOf" srcId="{E6DD5ADE-2CA0-4B59-815E-81823ED0AA23}" destId="{9FC51FC0-1F30-42B4-BEA4-C55389AA27B5}" srcOrd="5" destOrd="0" presId="urn:microsoft.com/office/officeart/2016/7/layout/LinearArrowProcessNumbered"/>
    <dgm:cxn modelId="{FA441C8A-E173-4701-8E58-FE51D296525A}" type="presParOf" srcId="{E6DD5ADE-2CA0-4B59-815E-81823ED0AA23}" destId="{3531BD5C-A549-4121-906C-71E142DB4941}" srcOrd="6" destOrd="0" presId="urn:microsoft.com/office/officeart/2016/7/layout/LinearArrowProcessNumbered"/>
    <dgm:cxn modelId="{9F9D5652-BC70-417B-BB9E-13162CD9BDE1}" type="presParOf" srcId="{3531BD5C-A549-4121-906C-71E142DB4941}" destId="{E7C0CC91-9197-4E2A-A9D4-C4A33ADD1FB4}" srcOrd="0" destOrd="0" presId="urn:microsoft.com/office/officeart/2016/7/layout/LinearArrowProcessNumbered"/>
    <dgm:cxn modelId="{9D73C478-B4CD-4B17-86CD-EF06C1233109}" type="presParOf" srcId="{3531BD5C-A549-4121-906C-71E142DB4941}" destId="{BC585E6D-963A-45A0-AC62-282079554DB8}" srcOrd="1" destOrd="0" presId="urn:microsoft.com/office/officeart/2016/7/layout/LinearArrowProcessNumbered"/>
    <dgm:cxn modelId="{C17F52FD-550F-405A-8E52-4884FABD8A0D}" type="presParOf" srcId="{BC585E6D-963A-45A0-AC62-282079554DB8}" destId="{6B59255F-499E-4771-AE7F-0CEE8E4ACDCB}" srcOrd="0" destOrd="0" presId="urn:microsoft.com/office/officeart/2016/7/layout/LinearArrowProcessNumbered"/>
    <dgm:cxn modelId="{E6B4DC78-155C-45EA-812E-9FF2C9731D6D}" type="presParOf" srcId="{BC585E6D-963A-45A0-AC62-282079554DB8}" destId="{56E70DF7-1576-4243-B933-ABCB499813B7}" srcOrd="1" destOrd="0" presId="urn:microsoft.com/office/officeart/2016/7/layout/LinearArrowProcessNumbered"/>
    <dgm:cxn modelId="{50A2389D-CBC5-4B05-BA09-7FCB3F0E1C78}" type="presParOf" srcId="{BC585E6D-963A-45A0-AC62-282079554DB8}" destId="{995CCF85-F118-45E6-9D4E-A6DECC8BA028}" srcOrd="2" destOrd="0" presId="urn:microsoft.com/office/officeart/2016/7/layout/LinearArrowProcessNumbered"/>
    <dgm:cxn modelId="{E88F231D-D969-4BFF-9E7D-705B8BB66533}" type="presParOf" srcId="{BC585E6D-963A-45A0-AC62-282079554DB8}" destId="{177CEC66-E14E-4473-B52F-19C2DF7E4B79}" srcOrd="3" destOrd="0" presId="urn:microsoft.com/office/officeart/2016/7/layout/LinearArrowProcessNumbered"/>
    <dgm:cxn modelId="{EFFF4C61-7F4C-41BE-A025-977A8D46F8F6}" type="presParOf" srcId="{3531BD5C-A549-4121-906C-71E142DB4941}" destId="{4EDA114D-D8CC-42B1-8D1C-1D84B2022E9C}" srcOrd="2" destOrd="0" presId="urn:microsoft.com/office/officeart/2016/7/layout/LinearArrowProcessNumbered"/>
    <dgm:cxn modelId="{2A172A6D-F0B1-4510-A8E6-2FA35F7CE426}" type="presParOf" srcId="{E6DD5ADE-2CA0-4B59-815E-81823ED0AA23}" destId="{8D977C2A-4D01-49A5-BCEE-B4852257A549}" srcOrd="7" destOrd="0" presId="urn:microsoft.com/office/officeart/2016/7/layout/LinearArrowProcessNumbered"/>
    <dgm:cxn modelId="{A9A64F91-F5F8-4B5F-BC8B-F638C0ED96F7}" type="presParOf" srcId="{E6DD5ADE-2CA0-4B59-815E-81823ED0AA23}" destId="{06419250-2125-4C2C-A22F-AB730FFC0DD0}" srcOrd="8" destOrd="0" presId="urn:microsoft.com/office/officeart/2016/7/layout/LinearArrowProcessNumbered"/>
    <dgm:cxn modelId="{7689E274-6DA1-4415-B03F-D6F35745AB23}" type="presParOf" srcId="{06419250-2125-4C2C-A22F-AB730FFC0DD0}" destId="{A4456278-3EB8-4AD5-BF93-B5C56096DEDE}" srcOrd="0" destOrd="0" presId="urn:microsoft.com/office/officeart/2016/7/layout/LinearArrowProcessNumbered"/>
    <dgm:cxn modelId="{A0B72FFE-A127-4435-B1F7-156FDE7AB8E9}" type="presParOf" srcId="{06419250-2125-4C2C-A22F-AB730FFC0DD0}" destId="{47AE0704-9492-431E-8C5C-43530C54F9D9}" srcOrd="1" destOrd="0" presId="urn:microsoft.com/office/officeart/2016/7/layout/LinearArrowProcessNumbered"/>
    <dgm:cxn modelId="{C7BD12F9-5A69-4BA4-AEE0-D1247CE8505C}" type="presParOf" srcId="{47AE0704-9492-431E-8C5C-43530C54F9D9}" destId="{97EC77CC-A609-4D96-9DC4-0B096695D206}" srcOrd="0" destOrd="0" presId="urn:microsoft.com/office/officeart/2016/7/layout/LinearArrowProcessNumbered"/>
    <dgm:cxn modelId="{40AAB97E-F5A5-45D1-A179-D897CD63B6CD}" type="presParOf" srcId="{47AE0704-9492-431E-8C5C-43530C54F9D9}" destId="{9AAFA9BF-0ECD-4AA5-B0D1-706212780C18}" srcOrd="1" destOrd="0" presId="urn:microsoft.com/office/officeart/2016/7/layout/LinearArrowProcessNumbered"/>
    <dgm:cxn modelId="{3B4F55BF-E3EB-4A31-9714-061D8386A459}" type="presParOf" srcId="{47AE0704-9492-431E-8C5C-43530C54F9D9}" destId="{E6924883-38BA-4545-BBD3-2040F96D0687}" srcOrd="2" destOrd="0" presId="urn:microsoft.com/office/officeart/2016/7/layout/LinearArrowProcessNumbered"/>
    <dgm:cxn modelId="{3A801D41-9E2C-4954-83B5-75C498E0B72F}" type="presParOf" srcId="{47AE0704-9492-431E-8C5C-43530C54F9D9}" destId="{5F9AE6E9-A59E-47D0-886A-E8BFC6CDA13B}" srcOrd="3" destOrd="0" presId="urn:microsoft.com/office/officeart/2016/7/layout/LinearArrowProcessNumbered"/>
    <dgm:cxn modelId="{71EB757B-F710-4C02-8269-6D972CBAB911}" type="presParOf" srcId="{06419250-2125-4C2C-A22F-AB730FFC0DD0}" destId="{EC9EE945-F27E-44A8-9080-CD574A11E69E}"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EA8FC0-4F65-46C5-94BE-E064DFE99393}">
      <dsp:nvSpPr>
        <dsp:cNvPr id="0" name=""/>
        <dsp:cNvSpPr/>
      </dsp:nvSpPr>
      <dsp:spPr>
        <a:xfrm>
          <a:off x="3080" y="587032"/>
          <a:ext cx="2444055" cy="146643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a:t>INTRODUCTION</a:t>
          </a:r>
        </a:p>
      </dsp:txBody>
      <dsp:txXfrm>
        <a:off x="3080" y="587032"/>
        <a:ext cx="2444055" cy="1466433"/>
      </dsp:txXfrm>
    </dsp:sp>
    <dsp:sp modelId="{4C237D15-7790-46F3-AED9-E24820BE4909}">
      <dsp:nvSpPr>
        <dsp:cNvPr id="0" name=""/>
        <dsp:cNvSpPr/>
      </dsp:nvSpPr>
      <dsp:spPr>
        <a:xfrm>
          <a:off x="2691541" y="587032"/>
          <a:ext cx="2444055" cy="1466433"/>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a:t>ABSTRACT</a:t>
          </a:r>
        </a:p>
      </dsp:txBody>
      <dsp:txXfrm>
        <a:off x="2691541" y="587032"/>
        <a:ext cx="2444055" cy="1466433"/>
      </dsp:txXfrm>
    </dsp:sp>
    <dsp:sp modelId="{B35CE0FD-8970-4F34-9CBF-AD2EEBB7A4A1}">
      <dsp:nvSpPr>
        <dsp:cNvPr id="0" name=""/>
        <dsp:cNvSpPr/>
      </dsp:nvSpPr>
      <dsp:spPr>
        <a:xfrm>
          <a:off x="5380002" y="587032"/>
          <a:ext cx="2444055" cy="1466433"/>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a:t>PROBLEM STATEMENT</a:t>
          </a:r>
        </a:p>
      </dsp:txBody>
      <dsp:txXfrm>
        <a:off x="5380002" y="587032"/>
        <a:ext cx="2444055" cy="1466433"/>
      </dsp:txXfrm>
    </dsp:sp>
    <dsp:sp modelId="{F89B5032-2CDC-4BC8-9546-63EF050976F8}">
      <dsp:nvSpPr>
        <dsp:cNvPr id="0" name=""/>
        <dsp:cNvSpPr/>
      </dsp:nvSpPr>
      <dsp:spPr>
        <a:xfrm>
          <a:off x="8068463" y="587032"/>
          <a:ext cx="2444055" cy="146643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a:t>IMPLEMENTATION</a:t>
          </a:r>
        </a:p>
      </dsp:txBody>
      <dsp:txXfrm>
        <a:off x="8068463" y="587032"/>
        <a:ext cx="2444055" cy="1466433"/>
      </dsp:txXfrm>
    </dsp:sp>
    <dsp:sp modelId="{1DF6048A-4FA1-45B5-9720-16CB269D44CC}">
      <dsp:nvSpPr>
        <dsp:cNvPr id="0" name=""/>
        <dsp:cNvSpPr/>
      </dsp:nvSpPr>
      <dsp:spPr>
        <a:xfrm>
          <a:off x="1347311" y="2297871"/>
          <a:ext cx="2444055" cy="1466433"/>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a:t>STANDARDS ADOPTED </a:t>
          </a:r>
        </a:p>
      </dsp:txBody>
      <dsp:txXfrm>
        <a:off x="1347311" y="2297871"/>
        <a:ext cx="2444055" cy="1466433"/>
      </dsp:txXfrm>
    </dsp:sp>
    <dsp:sp modelId="{CCE5F42B-17CF-431C-A05F-6C209C2E995B}">
      <dsp:nvSpPr>
        <dsp:cNvPr id="0" name=""/>
        <dsp:cNvSpPr/>
      </dsp:nvSpPr>
      <dsp:spPr>
        <a:xfrm>
          <a:off x="4035772" y="2297871"/>
          <a:ext cx="2444055" cy="146643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a:t>FUTURE SCOPE </a:t>
          </a:r>
        </a:p>
      </dsp:txBody>
      <dsp:txXfrm>
        <a:off x="4035772" y="2297871"/>
        <a:ext cx="2444055" cy="1466433"/>
      </dsp:txXfrm>
    </dsp:sp>
    <dsp:sp modelId="{6BB3DF5A-9D48-4B87-860E-09CDF7608EA6}">
      <dsp:nvSpPr>
        <dsp:cNvPr id="0" name=""/>
        <dsp:cNvSpPr/>
      </dsp:nvSpPr>
      <dsp:spPr>
        <a:xfrm>
          <a:off x="6724233" y="2297871"/>
          <a:ext cx="2444055" cy="1466433"/>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a:t>CONCLUSION</a:t>
          </a:r>
        </a:p>
      </dsp:txBody>
      <dsp:txXfrm>
        <a:off x="6724233" y="2297871"/>
        <a:ext cx="2444055" cy="14664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1BCD8-B1DE-4716-A647-57A88D5F8794}">
      <dsp:nvSpPr>
        <dsp:cNvPr id="0" name=""/>
        <dsp:cNvSpPr/>
      </dsp:nvSpPr>
      <dsp:spPr>
        <a:xfrm>
          <a:off x="1283"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A3FDF6E8-BDB5-48EA-9E13-570BA99B598F}">
      <dsp:nvSpPr>
        <dsp:cNvPr id="0" name=""/>
        <dsp:cNvSpPr/>
      </dsp:nvSpPr>
      <dsp:spPr>
        <a:xfrm>
          <a:off x="501904"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This project presents the development of an intelligent chatbot system based on the </a:t>
          </a:r>
          <a:r>
            <a:rPr lang="en-US" sz="1400" b="1" kern="1200"/>
            <a:t>Retrieval-Augmented Generation (RAG) model</a:t>
          </a:r>
          <a:r>
            <a:rPr lang="en-US" sz="1400" kern="1200"/>
            <a:t>, which combines the strengths of retrieval-based and generative language models. Unlike traditional chatbots that rely solely on pre-trained language models for generating responses, the RAG-based chatbot retrieves relevant context from an external knowledge base before generating answers, leading to more accurate, informed, and contextually relevant responses.</a:t>
          </a:r>
        </a:p>
      </dsp:txBody>
      <dsp:txXfrm>
        <a:off x="585701" y="1066737"/>
        <a:ext cx="4337991" cy="2693452"/>
      </dsp:txXfrm>
    </dsp:sp>
    <dsp:sp modelId="{686564FE-F263-42CD-9119-0EB8DE5394E2}">
      <dsp:nvSpPr>
        <dsp:cNvPr id="0" name=""/>
        <dsp:cNvSpPr/>
      </dsp:nvSpPr>
      <dsp:spPr>
        <a:xfrm>
          <a:off x="5508110"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4B7D898C-0E94-426B-9AF1-81C2766E41E7}">
      <dsp:nvSpPr>
        <dsp:cNvPr id="0" name=""/>
        <dsp:cNvSpPr/>
      </dsp:nvSpPr>
      <dsp:spPr>
        <a:xfrm>
          <a:off x="6008730"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The architecture integrates a dense retriever to fetch top-ranked documents and a generative model that synthesizes this retrieved information into coherent replies. This method significantly reduces hallucinations and improves factual consistency in responses. The system is further enhanced using the </a:t>
          </a:r>
          <a:r>
            <a:rPr lang="en-US" sz="1400" b="1" kern="1200"/>
            <a:t>GROQ API</a:t>
          </a:r>
          <a:r>
            <a:rPr lang="en-US" sz="1400" kern="1200"/>
            <a:t> for high-speed inference, allowing real-time interaction with users while maintaining high performance and low latency.</a:t>
          </a:r>
        </a:p>
      </dsp:txBody>
      <dsp:txXfrm>
        <a:off x="6092527" y="1066737"/>
        <a:ext cx="4337991" cy="26934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53CDC1-A385-490B-9BD0-A26651CD6A2E}">
      <dsp:nvSpPr>
        <dsp:cNvPr id="0" name=""/>
        <dsp:cNvSpPr/>
      </dsp:nvSpPr>
      <dsp:spPr>
        <a:xfrm rot="5400000">
          <a:off x="6912219" y="-3066634"/>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a:t>The amount of data stored in documents, especially PDFs, is increasing rapidly, posing retrieval challenges.</a:t>
          </a:r>
        </a:p>
      </dsp:txBody>
      <dsp:txXfrm rot="-5400000">
        <a:off x="3785616" y="83243"/>
        <a:ext cx="6706710" cy="430229"/>
      </dsp:txXfrm>
    </dsp:sp>
    <dsp:sp modelId="{D0B82A07-7FFC-42BE-B7A1-EC504DE6C251}">
      <dsp:nvSpPr>
        <dsp:cNvPr id="0" name=""/>
        <dsp:cNvSpPr/>
      </dsp:nvSpPr>
      <dsp:spPr>
        <a:xfrm>
          <a:off x="0" y="371"/>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a:lnSpc>
              <a:spcPct val="90000"/>
            </a:lnSpc>
            <a:spcBef>
              <a:spcPct val="0"/>
            </a:spcBef>
            <a:spcAft>
              <a:spcPct val="35000"/>
            </a:spcAft>
          </a:pPr>
          <a:r>
            <a:rPr lang="en-US" sz="1700" kern="1200"/>
            <a:t>Growing Information Volume</a:t>
          </a:r>
        </a:p>
      </dsp:txBody>
      <dsp:txXfrm>
        <a:off x="29093" y="29464"/>
        <a:ext cx="3727430" cy="537785"/>
      </dsp:txXfrm>
    </dsp:sp>
    <dsp:sp modelId="{D0F38C8E-591F-4AFB-B4E4-23605A0CB038}">
      <dsp:nvSpPr>
        <dsp:cNvPr id="0" name=""/>
        <dsp:cNvSpPr/>
      </dsp:nvSpPr>
      <dsp:spPr>
        <a:xfrm rot="5400000">
          <a:off x="6912219" y="-2440863"/>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a:t>Standard keyword searches often yield irrelevant results, forcing users to sift through documents manually.</a:t>
          </a:r>
        </a:p>
      </dsp:txBody>
      <dsp:txXfrm rot="-5400000">
        <a:off x="3785616" y="709014"/>
        <a:ext cx="6706710" cy="430229"/>
      </dsp:txXfrm>
    </dsp:sp>
    <dsp:sp modelId="{2F0FF323-AA66-494E-8DAF-FFD9A6CBD43E}">
      <dsp:nvSpPr>
        <dsp:cNvPr id="0" name=""/>
        <dsp:cNvSpPr/>
      </dsp:nvSpPr>
      <dsp:spPr>
        <a:xfrm>
          <a:off x="0" y="626142"/>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a:lnSpc>
              <a:spcPct val="90000"/>
            </a:lnSpc>
            <a:spcBef>
              <a:spcPct val="0"/>
            </a:spcBef>
            <a:spcAft>
              <a:spcPct val="35000"/>
            </a:spcAft>
          </a:pPr>
          <a:r>
            <a:rPr lang="en-US" sz="1700" kern="1200"/>
            <a:t>Inefficiencies in Traditional Search</a:t>
          </a:r>
        </a:p>
      </dsp:txBody>
      <dsp:txXfrm>
        <a:off x="29093" y="655235"/>
        <a:ext cx="3727430" cy="537785"/>
      </dsp:txXfrm>
    </dsp:sp>
    <dsp:sp modelId="{54B39087-E0CC-4A89-A9FA-F26991B705F3}">
      <dsp:nvSpPr>
        <dsp:cNvPr id="0" name=""/>
        <dsp:cNvSpPr/>
      </dsp:nvSpPr>
      <dsp:spPr>
        <a:xfrm rot="5400000">
          <a:off x="6912219" y="-1815093"/>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a:t>There is a pressing need for systems that understand user queries semantically, enhancing search efficiency.</a:t>
          </a:r>
        </a:p>
      </dsp:txBody>
      <dsp:txXfrm rot="-5400000">
        <a:off x="3785616" y="1334784"/>
        <a:ext cx="6706710" cy="430229"/>
      </dsp:txXfrm>
    </dsp:sp>
    <dsp:sp modelId="{9015DAEC-42C6-4D5A-8838-17E85DD2F567}">
      <dsp:nvSpPr>
        <dsp:cNvPr id="0" name=""/>
        <dsp:cNvSpPr/>
      </dsp:nvSpPr>
      <dsp:spPr>
        <a:xfrm>
          <a:off x="0" y="1251912"/>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a:lnSpc>
              <a:spcPct val="90000"/>
            </a:lnSpc>
            <a:spcBef>
              <a:spcPct val="0"/>
            </a:spcBef>
            <a:spcAft>
              <a:spcPct val="35000"/>
            </a:spcAft>
          </a:pPr>
          <a:r>
            <a:rPr lang="en-US" sz="1700" kern="1200"/>
            <a:t>Need for Intelligent Systems</a:t>
          </a:r>
        </a:p>
      </dsp:txBody>
      <dsp:txXfrm>
        <a:off x="29093" y="1281005"/>
        <a:ext cx="3727430" cy="537785"/>
      </dsp:txXfrm>
    </dsp:sp>
    <dsp:sp modelId="{F6610F68-8AFC-4516-A74E-AEF71F59D3D7}">
      <dsp:nvSpPr>
        <dsp:cNvPr id="0" name=""/>
        <dsp:cNvSpPr/>
      </dsp:nvSpPr>
      <dsp:spPr>
        <a:xfrm rot="5400000">
          <a:off x="6912219" y="-1189323"/>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a:t>Existing document search tools often fail to comprehend semantic meanings, leading to missed information.</a:t>
          </a:r>
        </a:p>
      </dsp:txBody>
      <dsp:txXfrm rot="-5400000">
        <a:off x="3785616" y="1960554"/>
        <a:ext cx="6706710" cy="430229"/>
      </dsp:txXfrm>
    </dsp:sp>
    <dsp:sp modelId="{0932724A-8F7A-448B-B0A8-8840162DE5B2}">
      <dsp:nvSpPr>
        <dsp:cNvPr id="0" name=""/>
        <dsp:cNvSpPr/>
      </dsp:nvSpPr>
      <dsp:spPr>
        <a:xfrm>
          <a:off x="0" y="1877683"/>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a:lnSpc>
              <a:spcPct val="90000"/>
            </a:lnSpc>
            <a:spcBef>
              <a:spcPct val="0"/>
            </a:spcBef>
            <a:spcAft>
              <a:spcPct val="35000"/>
            </a:spcAft>
          </a:pPr>
          <a:r>
            <a:rPr lang="en-US" sz="1700" kern="1200"/>
            <a:t>Limitations of Current Tools</a:t>
          </a:r>
        </a:p>
      </dsp:txBody>
      <dsp:txXfrm>
        <a:off x="29093" y="1906776"/>
        <a:ext cx="3727430" cy="537785"/>
      </dsp:txXfrm>
    </dsp:sp>
    <dsp:sp modelId="{3634B3C5-06DD-4B71-861F-8E76760329F2}">
      <dsp:nvSpPr>
        <dsp:cNvPr id="0" name=""/>
        <dsp:cNvSpPr/>
      </dsp:nvSpPr>
      <dsp:spPr>
        <a:xfrm rot="5400000">
          <a:off x="6912219" y="-563552"/>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Chatbot using Rag Model leverages a Retrieval Augmented Generation approach to improve document information retrieval.</a:t>
          </a:r>
        </a:p>
      </dsp:txBody>
      <dsp:txXfrm rot="-5400000">
        <a:off x="3785616" y="2586325"/>
        <a:ext cx="6706710" cy="430229"/>
      </dsp:txXfrm>
    </dsp:sp>
    <dsp:sp modelId="{B903A097-BC1D-4AC4-8782-5FF1E452C292}">
      <dsp:nvSpPr>
        <dsp:cNvPr id="0" name=""/>
        <dsp:cNvSpPr/>
      </dsp:nvSpPr>
      <dsp:spPr>
        <a:xfrm>
          <a:off x="0" y="2503453"/>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a:lnSpc>
              <a:spcPct val="90000"/>
            </a:lnSpc>
            <a:spcBef>
              <a:spcPct val="0"/>
            </a:spcBef>
            <a:spcAft>
              <a:spcPct val="35000"/>
            </a:spcAft>
          </a:pPr>
          <a:r>
            <a:rPr lang="en-US" sz="1700" kern="1200"/>
            <a:t>Introduction of DocuQuery</a:t>
          </a:r>
        </a:p>
      </dsp:txBody>
      <dsp:txXfrm>
        <a:off x="29093" y="2532546"/>
        <a:ext cx="3727430" cy="537785"/>
      </dsp:txXfrm>
    </dsp:sp>
    <dsp:sp modelId="{600BFCAA-9E7D-4D39-993D-101C0ED32D71}">
      <dsp:nvSpPr>
        <dsp:cNvPr id="0" name=""/>
        <dsp:cNvSpPr/>
      </dsp:nvSpPr>
      <dsp:spPr>
        <a:xfrm rot="5400000">
          <a:off x="6912219" y="62217"/>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a:t>Combining retrieval systems with language models, RAG offers contextual, coherent responses to queries.</a:t>
          </a:r>
        </a:p>
      </dsp:txBody>
      <dsp:txXfrm rot="-5400000">
        <a:off x="3785616" y="3212094"/>
        <a:ext cx="6706710" cy="430229"/>
      </dsp:txXfrm>
    </dsp:sp>
    <dsp:sp modelId="{83701BF4-053F-48A3-9E8B-D935AE773DF7}">
      <dsp:nvSpPr>
        <dsp:cNvPr id="0" name=""/>
        <dsp:cNvSpPr/>
      </dsp:nvSpPr>
      <dsp:spPr>
        <a:xfrm>
          <a:off x="0" y="3129223"/>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a:lnSpc>
              <a:spcPct val="90000"/>
            </a:lnSpc>
            <a:spcBef>
              <a:spcPct val="0"/>
            </a:spcBef>
            <a:spcAft>
              <a:spcPct val="35000"/>
            </a:spcAft>
          </a:pPr>
          <a:r>
            <a:rPr lang="en-US" sz="1700" kern="1200"/>
            <a:t>RAG Approach Explained</a:t>
          </a:r>
        </a:p>
      </dsp:txBody>
      <dsp:txXfrm>
        <a:off x="29093" y="3158316"/>
        <a:ext cx="3727430" cy="537785"/>
      </dsp:txXfrm>
    </dsp:sp>
    <dsp:sp modelId="{92598C4E-3FD2-416A-8E24-882846845721}">
      <dsp:nvSpPr>
        <dsp:cNvPr id="0" name=""/>
        <dsp:cNvSpPr/>
      </dsp:nvSpPr>
      <dsp:spPr>
        <a:xfrm rot="5400000">
          <a:off x="6912219" y="687988"/>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a:t>This technology enhances efficiency in academic, business, and personal document management.</a:t>
          </a:r>
        </a:p>
      </dsp:txBody>
      <dsp:txXfrm rot="-5400000">
        <a:off x="3785616" y="3837865"/>
        <a:ext cx="6706710" cy="430229"/>
      </dsp:txXfrm>
    </dsp:sp>
    <dsp:sp modelId="{85535A09-1BEF-4783-A65A-BC3E7471972E}">
      <dsp:nvSpPr>
        <dsp:cNvPr id="0" name=""/>
        <dsp:cNvSpPr/>
      </dsp:nvSpPr>
      <dsp:spPr>
        <a:xfrm>
          <a:off x="0" y="3754994"/>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a:lnSpc>
              <a:spcPct val="90000"/>
            </a:lnSpc>
            <a:spcBef>
              <a:spcPct val="0"/>
            </a:spcBef>
            <a:spcAft>
              <a:spcPct val="35000"/>
            </a:spcAft>
          </a:pPr>
          <a:r>
            <a:rPr lang="en-US" sz="1700" kern="1200"/>
            <a:t>Benefits for Various Contexts</a:t>
          </a:r>
        </a:p>
      </dsp:txBody>
      <dsp:txXfrm>
        <a:off x="29093" y="3784087"/>
        <a:ext cx="3727430" cy="5377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F8329B-0A93-4C8D-929D-46224FDE75E5}">
      <dsp:nvSpPr>
        <dsp:cNvPr id="0" name=""/>
        <dsp:cNvSpPr/>
      </dsp:nvSpPr>
      <dsp:spPr>
        <a:xfrm>
          <a:off x="884853" y="337047"/>
          <a:ext cx="699671" cy="71"/>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2B28CC-74AF-4D74-A8A7-5E40A213E715}">
      <dsp:nvSpPr>
        <dsp:cNvPr id="0" name=""/>
        <dsp:cNvSpPr/>
      </dsp:nvSpPr>
      <dsp:spPr>
        <a:xfrm>
          <a:off x="1626505" y="278311"/>
          <a:ext cx="80462" cy="150981"/>
        </a:xfrm>
        <a:prstGeom prst="chevron">
          <a:avLst>
            <a:gd name="adj" fmla="val 90000"/>
          </a:avLst>
        </a:prstGeom>
        <a:solidFill>
          <a:schemeClr val="accent2">
            <a:tint val="40000"/>
            <a:alpha val="90000"/>
            <a:hueOff val="396160"/>
            <a:satOff val="-3661"/>
            <a:lumOff val="-413"/>
            <a:alphaOff val="0"/>
          </a:schemeClr>
        </a:solidFill>
        <a:ln w="19050" cap="flat" cmpd="sng" algn="ctr">
          <a:solidFill>
            <a:schemeClr val="accent2">
              <a:tint val="40000"/>
              <a:alpha val="90000"/>
              <a:hueOff val="396160"/>
              <a:satOff val="-3661"/>
              <a:lumOff val="-413"/>
              <a:alphaOff val="0"/>
            </a:schemeClr>
          </a:solidFill>
          <a:prstDash val="solid"/>
          <a:miter lim="800000"/>
        </a:ln>
        <a:effectLst/>
      </dsp:spPr>
      <dsp:style>
        <a:lnRef idx="2">
          <a:scrgbClr r="0" g="0" b="0"/>
        </a:lnRef>
        <a:fillRef idx="1">
          <a:scrgbClr r="0" g="0" b="0"/>
        </a:fillRef>
        <a:effectRef idx="0">
          <a:scrgbClr r="0" g="0" b="0"/>
        </a:effectRef>
        <a:fontRef idx="minor"/>
      </dsp:style>
    </dsp:sp>
    <dsp:sp modelId="{82A80FDF-5C16-4EAC-8A98-C5F3700B81A2}">
      <dsp:nvSpPr>
        <dsp:cNvPr id="0" name=""/>
        <dsp:cNvSpPr/>
      </dsp:nvSpPr>
      <dsp:spPr>
        <a:xfrm>
          <a:off x="460391" y="80"/>
          <a:ext cx="674005" cy="674005"/>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155" tIns="26155" rIns="26155" bIns="26155" numCol="1" spcCol="1270" anchor="ctr" anchorCtr="0">
          <a:noAutofit/>
        </a:bodyPr>
        <a:lstStyle/>
        <a:p>
          <a:pPr lvl="0" algn="ctr" defTabSz="1377950">
            <a:lnSpc>
              <a:spcPct val="90000"/>
            </a:lnSpc>
            <a:spcBef>
              <a:spcPct val="0"/>
            </a:spcBef>
            <a:spcAft>
              <a:spcPct val="35000"/>
            </a:spcAft>
          </a:pPr>
          <a:r>
            <a:rPr lang="en-US" sz="3100" kern="1200"/>
            <a:t>1</a:t>
          </a:r>
        </a:p>
      </dsp:txBody>
      <dsp:txXfrm>
        <a:off x="559097" y="98786"/>
        <a:ext cx="476593" cy="476593"/>
      </dsp:txXfrm>
    </dsp:sp>
    <dsp:sp modelId="{122E81D9-903F-4A57-AFDE-6542D5E349E0}">
      <dsp:nvSpPr>
        <dsp:cNvPr id="0" name=""/>
        <dsp:cNvSpPr/>
      </dsp:nvSpPr>
      <dsp:spPr>
        <a:xfrm>
          <a:off x="10264" y="839605"/>
          <a:ext cx="1574260" cy="3511732"/>
        </a:xfrm>
        <a:prstGeom prst="upArrowCallout">
          <a:avLst>
            <a:gd name="adj1" fmla="val 50000"/>
            <a:gd name="adj2" fmla="val 20000"/>
            <a:gd name="adj3" fmla="val 20000"/>
            <a:gd name="adj4" fmla="val 100000"/>
          </a:avLst>
        </a:prstGeom>
        <a:solidFill>
          <a:schemeClr val="accent2">
            <a:tint val="40000"/>
            <a:alpha val="90000"/>
            <a:hueOff val="792320"/>
            <a:satOff val="-7321"/>
            <a:lumOff val="-825"/>
            <a:alphaOff val="0"/>
          </a:schemeClr>
        </a:solidFill>
        <a:ln w="19050" cap="flat" cmpd="sng" algn="ctr">
          <a:solidFill>
            <a:schemeClr val="accent2">
              <a:tint val="40000"/>
              <a:alpha val="90000"/>
              <a:hueOff val="792320"/>
              <a:satOff val="-7321"/>
              <a:lumOff val="-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179" tIns="165100" rIns="124179" bIns="165100" numCol="1" spcCol="1270" anchor="t" anchorCtr="0">
          <a:noAutofit/>
        </a:bodyPr>
        <a:lstStyle/>
        <a:p>
          <a:pPr lvl="0" algn="l" defTabSz="488950">
            <a:lnSpc>
              <a:spcPct val="90000"/>
            </a:lnSpc>
            <a:spcBef>
              <a:spcPct val="0"/>
            </a:spcBef>
            <a:spcAft>
              <a:spcPct val="35000"/>
            </a:spcAft>
          </a:pPr>
          <a:r>
            <a:rPr lang="en-US" sz="1100" kern="1200"/>
            <a:t>Traditional chatbots that rely solely on generative models often produce responses that are </a:t>
          </a:r>
          <a:r>
            <a:rPr lang="en-US" sz="1100" b="1" kern="1200"/>
            <a:t>fluent but lack factual accuracy</a:t>
          </a:r>
          <a:r>
            <a:rPr lang="en-US" sz="1100" kern="1200"/>
            <a:t>. These models generate text based on pre-trained knowledge and may </a:t>
          </a:r>
          <a:r>
            <a:rPr lang="en-US" sz="1100" b="1" kern="1200"/>
            <a:t>hallucinate incorrect information</a:t>
          </a:r>
          <a:r>
            <a:rPr lang="en-US" sz="1100" kern="1200"/>
            <a:t>, leading to unreliable or misleading responses.</a:t>
          </a:r>
        </a:p>
      </dsp:txBody>
      <dsp:txXfrm>
        <a:off x="10264" y="1154457"/>
        <a:ext cx="1574260" cy="3196880"/>
      </dsp:txXfrm>
    </dsp:sp>
    <dsp:sp modelId="{E9203837-21A2-49BF-8BDB-044E7BD08F5A}">
      <dsp:nvSpPr>
        <dsp:cNvPr id="0" name=""/>
        <dsp:cNvSpPr/>
      </dsp:nvSpPr>
      <dsp:spPr>
        <a:xfrm>
          <a:off x="1759442" y="336982"/>
          <a:ext cx="1574260" cy="71"/>
        </a:xfrm>
        <a:prstGeom prst="rect">
          <a:avLst/>
        </a:prstGeom>
        <a:solidFill>
          <a:schemeClr val="accent2">
            <a:tint val="40000"/>
            <a:alpha val="90000"/>
            <a:hueOff val="1188480"/>
            <a:satOff val="-10982"/>
            <a:lumOff val="-1238"/>
            <a:alphaOff val="0"/>
          </a:schemeClr>
        </a:solidFill>
        <a:ln w="19050" cap="flat" cmpd="sng" algn="ctr">
          <a:solidFill>
            <a:schemeClr val="accent2">
              <a:tint val="40000"/>
              <a:alpha val="90000"/>
              <a:hueOff val="1188480"/>
              <a:satOff val="-10982"/>
              <a:lumOff val="-1238"/>
              <a:alphaOff val="0"/>
            </a:schemeClr>
          </a:solidFill>
          <a:prstDash val="solid"/>
          <a:miter lim="800000"/>
        </a:ln>
        <a:effectLst/>
      </dsp:spPr>
      <dsp:style>
        <a:lnRef idx="2">
          <a:scrgbClr r="0" g="0" b="0"/>
        </a:lnRef>
        <a:fillRef idx="1">
          <a:scrgbClr r="0" g="0" b="0"/>
        </a:fillRef>
        <a:effectRef idx="0">
          <a:scrgbClr r="0" g="0" b="0"/>
        </a:effectRef>
        <a:fontRef idx="minor"/>
      </dsp:style>
    </dsp:sp>
    <dsp:sp modelId="{7603C1CF-D530-4A99-8B6A-140E1E836ACE}">
      <dsp:nvSpPr>
        <dsp:cNvPr id="0" name=""/>
        <dsp:cNvSpPr/>
      </dsp:nvSpPr>
      <dsp:spPr>
        <a:xfrm>
          <a:off x="3375683" y="278246"/>
          <a:ext cx="80462" cy="151099"/>
        </a:xfrm>
        <a:prstGeom prst="chevron">
          <a:avLst>
            <a:gd name="adj" fmla="val 90000"/>
          </a:avLst>
        </a:prstGeom>
        <a:solidFill>
          <a:schemeClr val="accent2">
            <a:tint val="40000"/>
            <a:alpha val="90000"/>
            <a:hueOff val="1584640"/>
            <a:satOff val="-14643"/>
            <a:lumOff val="-1651"/>
            <a:alphaOff val="0"/>
          </a:schemeClr>
        </a:solidFill>
        <a:ln w="19050" cap="flat" cmpd="sng" algn="ctr">
          <a:solidFill>
            <a:schemeClr val="accent2">
              <a:tint val="40000"/>
              <a:alpha val="90000"/>
              <a:hueOff val="1584640"/>
              <a:satOff val="-14643"/>
              <a:lumOff val="-1651"/>
              <a:alphaOff val="0"/>
            </a:schemeClr>
          </a:solidFill>
          <a:prstDash val="solid"/>
          <a:miter lim="800000"/>
        </a:ln>
        <a:effectLst/>
      </dsp:spPr>
      <dsp:style>
        <a:lnRef idx="2">
          <a:scrgbClr r="0" g="0" b="0"/>
        </a:lnRef>
        <a:fillRef idx="1">
          <a:scrgbClr r="0" g="0" b="0"/>
        </a:fillRef>
        <a:effectRef idx="0">
          <a:scrgbClr r="0" g="0" b="0"/>
        </a:effectRef>
        <a:fontRef idx="minor"/>
      </dsp:style>
    </dsp:sp>
    <dsp:sp modelId="{316BD30D-0BA3-4055-BF78-6F42A5467022}">
      <dsp:nvSpPr>
        <dsp:cNvPr id="0" name=""/>
        <dsp:cNvSpPr/>
      </dsp:nvSpPr>
      <dsp:spPr>
        <a:xfrm>
          <a:off x="2209570" y="15"/>
          <a:ext cx="674005" cy="674005"/>
        </a:xfrm>
        <a:prstGeom prst="ellipse">
          <a:avLst/>
        </a:prstGeom>
        <a:solidFill>
          <a:schemeClr val="accent2">
            <a:hueOff val="1288723"/>
            <a:satOff val="-3699"/>
            <a:lumOff val="-5922"/>
            <a:alphaOff val="0"/>
          </a:schemeClr>
        </a:solidFill>
        <a:ln w="19050" cap="flat" cmpd="sng" algn="ctr">
          <a:solidFill>
            <a:schemeClr val="accent2">
              <a:hueOff val="1288723"/>
              <a:satOff val="-3699"/>
              <a:lumOff val="-5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155" tIns="26155" rIns="26155" bIns="26155" numCol="1" spcCol="1270" anchor="ctr" anchorCtr="0">
          <a:noAutofit/>
        </a:bodyPr>
        <a:lstStyle/>
        <a:p>
          <a:pPr lvl="0" algn="ctr" defTabSz="1377950">
            <a:lnSpc>
              <a:spcPct val="90000"/>
            </a:lnSpc>
            <a:spcBef>
              <a:spcPct val="0"/>
            </a:spcBef>
            <a:spcAft>
              <a:spcPct val="35000"/>
            </a:spcAft>
          </a:pPr>
          <a:r>
            <a:rPr lang="en-US" sz="3100" kern="1200"/>
            <a:t>2</a:t>
          </a:r>
        </a:p>
      </dsp:txBody>
      <dsp:txXfrm>
        <a:off x="2308276" y="98721"/>
        <a:ext cx="476593" cy="476593"/>
      </dsp:txXfrm>
    </dsp:sp>
    <dsp:sp modelId="{4BE5CD04-AA7E-4FD0-9A0F-1C3493DEE91A}">
      <dsp:nvSpPr>
        <dsp:cNvPr id="0" name=""/>
        <dsp:cNvSpPr/>
      </dsp:nvSpPr>
      <dsp:spPr>
        <a:xfrm>
          <a:off x="1759442" y="839605"/>
          <a:ext cx="1574260" cy="3511732"/>
        </a:xfrm>
        <a:prstGeom prst="upArrowCallout">
          <a:avLst>
            <a:gd name="adj1" fmla="val 50000"/>
            <a:gd name="adj2" fmla="val 20000"/>
            <a:gd name="adj3" fmla="val 20000"/>
            <a:gd name="adj4" fmla="val 100000"/>
          </a:avLst>
        </a:prstGeom>
        <a:solidFill>
          <a:schemeClr val="accent2">
            <a:tint val="40000"/>
            <a:alpha val="90000"/>
            <a:hueOff val="1980799"/>
            <a:satOff val="-18304"/>
            <a:lumOff val="-2063"/>
            <a:alphaOff val="0"/>
          </a:schemeClr>
        </a:solidFill>
        <a:ln w="19050" cap="flat" cmpd="sng" algn="ctr">
          <a:solidFill>
            <a:schemeClr val="accent2">
              <a:tint val="40000"/>
              <a:alpha val="90000"/>
              <a:hueOff val="1980799"/>
              <a:satOff val="-18304"/>
              <a:lumOff val="-206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179" tIns="165100" rIns="124179" bIns="165100" numCol="1" spcCol="1270" anchor="t" anchorCtr="0">
          <a:noAutofit/>
        </a:bodyPr>
        <a:lstStyle/>
        <a:p>
          <a:pPr lvl="0" algn="l" defTabSz="488950">
            <a:lnSpc>
              <a:spcPct val="90000"/>
            </a:lnSpc>
            <a:spcBef>
              <a:spcPct val="0"/>
            </a:spcBef>
            <a:spcAft>
              <a:spcPct val="35000"/>
            </a:spcAft>
          </a:pPr>
          <a:r>
            <a:rPr lang="en-US" sz="1100" kern="1200"/>
            <a:t>To address this issue, there is a need for an </a:t>
          </a:r>
          <a:r>
            <a:rPr lang="en-US" sz="1100" b="1" kern="1200"/>
            <a:t>intelligent chatbot</a:t>
          </a:r>
          <a:r>
            <a:rPr lang="en-US" sz="1100" kern="1200"/>
            <a:t> that can:</a:t>
          </a:r>
        </a:p>
      </dsp:txBody>
      <dsp:txXfrm>
        <a:off x="1759442" y="1154457"/>
        <a:ext cx="1574260" cy="3196880"/>
      </dsp:txXfrm>
    </dsp:sp>
    <dsp:sp modelId="{47235C43-75F7-4B69-BC7B-02F0E3AA2B2B}">
      <dsp:nvSpPr>
        <dsp:cNvPr id="0" name=""/>
        <dsp:cNvSpPr/>
      </dsp:nvSpPr>
      <dsp:spPr>
        <a:xfrm>
          <a:off x="3508621" y="336970"/>
          <a:ext cx="1574260" cy="71"/>
        </a:xfrm>
        <a:prstGeom prst="rect">
          <a:avLst/>
        </a:prstGeom>
        <a:solidFill>
          <a:schemeClr val="accent2">
            <a:tint val="40000"/>
            <a:alpha val="90000"/>
            <a:hueOff val="2376959"/>
            <a:satOff val="-21964"/>
            <a:lumOff val="-2476"/>
            <a:alphaOff val="0"/>
          </a:schemeClr>
        </a:solidFill>
        <a:ln w="19050" cap="flat" cmpd="sng" algn="ctr">
          <a:solidFill>
            <a:schemeClr val="accent2">
              <a:tint val="40000"/>
              <a:alpha val="90000"/>
              <a:hueOff val="2376959"/>
              <a:satOff val="-21964"/>
              <a:lumOff val="-2476"/>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B594C0-05CC-44D4-80CA-FAA2B8CEF818}">
      <dsp:nvSpPr>
        <dsp:cNvPr id="0" name=""/>
        <dsp:cNvSpPr/>
      </dsp:nvSpPr>
      <dsp:spPr>
        <a:xfrm>
          <a:off x="5124862" y="278233"/>
          <a:ext cx="80462" cy="151123"/>
        </a:xfrm>
        <a:prstGeom prst="chevron">
          <a:avLst>
            <a:gd name="adj" fmla="val 90000"/>
          </a:avLst>
        </a:prstGeom>
        <a:solidFill>
          <a:schemeClr val="accent2">
            <a:tint val="40000"/>
            <a:alpha val="90000"/>
            <a:hueOff val="2773119"/>
            <a:satOff val="-25625"/>
            <a:lumOff val="-2889"/>
            <a:alphaOff val="0"/>
          </a:schemeClr>
        </a:solidFill>
        <a:ln w="19050" cap="flat" cmpd="sng" algn="ctr">
          <a:solidFill>
            <a:schemeClr val="accent2">
              <a:tint val="40000"/>
              <a:alpha val="90000"/>
              <a:hueOff val="2773119"/>
              <a:satOff val="-25625"/>
              <a:lumOff val="-2889"/>
              <a:alphaOff val="0"/>
            </a:schemeClr>
          </a:solidFill>
          <a:prstDash val="solid"/>
          <a:miter lim="800000"/>
        </a:ln>
        <a:effectLst/>
      </dsp:spPr>
      <dsp:style>
        <a:lnRef idx="2">
          <a:scrgbClr r="0" g="0" b="0"/>
        </a:lnRef>
        <a:fillRef idx="1">
          <a:scrgbClr r="0" g="0" b="0"/>
        </a:fillRef>
        <a:effectRef idx="0">
          <a:scrgbClr r="0" g="0" b="0"/>
        </a:effectRef>
        <a:fontRef idx="minor"/>
      </dsp:style>
    </dsp:sp>
    <dsp:sp modelId="{668A3783-176A-46A0-B320-DD6DE2416314}">
      <dsp:nvSpPr>
        <dsp:cNvPr id="0" name=""/>
        <dsp:cNvSpPr/>
      </dsp:nvSpPr>
      <dsp:spPr>
        <a:xfrm>
          <a:off x="3958748" y="3"/>
          <a:ext cx="674005" cy="674005"/>
        </a:xfrm>
        <a:prstGeom prst="ellipse">
          <a:avLst/>
        </a:prstGeom>
        <a:solidFill>
          <a:schemeClr val="accent2">
            <a:hueOff val="2577445"/>
            <a:satOff val="-7397"/>
            <a:lumOff val="-11844"/>
            <a:alphaOff val="0"/>
          </a:schemeClr>
        </a:solidFill>
        <a:ln w="19050" cap="flat" cmpd="sng" algn="ctr">
          <a:solidFill>
            <a:schemeClr val="accent2">
              <a:hueOff val="2577445"/>
              <a:satOff val="-7397"/>
              <a:lumOff val="-1184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155" tIns="26155" rIns="26155" bIns="26155" numCol="1" spcCol="1270" anchor="ctr" anchorCtr="0">
          <a:noAutofit/>
        </a:bodyPr>
        <a:lstStyle/>
        <a:p>
          <a:pPr lvl="0" algn="ctr" defTabSz="1377950">
            <a:lnSpc>
              <a:spcPct val="90000"/>
            </a:lnSpc>
            <a:spcBef>
              <a:spcPct val="0"/>
            </a:spcBef>
            <a:spcAft>
              <a:spcPct val="35000"/>
            </a:spcAft>
          </a:pPr>
          <a:r>
            <a:rPr lang="en-US" sz="3100" kern="1200"/>
            <a:t>3</a:t>
          </a:r>
        </a:p>
      </dsp:txBody>
      <dsp:txXfrm>
        <a:off x="4057454" y="98709"/>
        <a:ext cx="476593" cy="476593"/>
      </dsp:txXfrm>
    </dsp:sp>
    <dsp:sp modelId="{7329E311-FC28-4E92-A3FF-1F3E05FDBB8F}">
      <dsp:nvSpPr>
        <dsp:cNvPr id="0" name=""/>
        <dsp:cNvSpPr/>
      </dsp:nvSpPr>
      <dsp:spPr>
        <a:xfrm>
          <a:off x="3508621" y="839605"/>
          <a:ext cx="1574260" cy="3511732"/>
        </a:xfrm>
        <a:prstGeom prst="upArrowCallout">
          <a:avLst>
            <a:gd name="adj1" fmla="val 50000"/>
            <a:gd name="adj2" fmla="val 20000"/>
            <a:gd name="adj3" fmla="val 20000"/>
            <a:gd name="adj4" fmla="val 100000"/>
          </a:avLst>
        </a:prstGeom>
        <a:solidFill>
          <a:schemeClr val="accent2">
            <a:tint val="40000"/>
            <a:alpha val="90000"/>
            <a:hueOff val="3169279"/>
            <a:satOff val="-29286"/>
            <a:lumOff val="-3301"/>
            <a:alphaOff val="0"/>
          </a:schemeClr>
        </a:solidFill>
        <a:ln w="19050" cap="flat" cmpd="sng" algn="ctr">
          <a:solidFill>
            <a:schemeClr val="accent2">
              <a:tint val="40000"/>
              <a:alpha val="90000"/>
              <a:hueOff val="3169279"/>
              <a:satOff val="-29286"/>
              <a:lumOff val="-33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179" tIns="165100" rIns="124179" bIns="165100" numCol="1" spcCol="1270" anchor="t" anchorCtr="0">
          <a:noAutofit/>
        </a:bodyPr>
        <a:lstStyle/>
        <a:p>
          <a:pPr lvl="0" algn="l" defTabSz="488950">
            <a:lnSpc>
              <a:spcPct val="90000"/>
            </a:lnSpc>
            <a:spcBef>
              <a:spcPct val="0"/>
            </a:spcBef>
            <a:spcAft>
              <a:spcPct val="35000"/>
            </a:spcAft>
          </a:pPr>
          <a:r>
            <a:rPr lang="en-US" sz="1100" kern="1200"/>
            <a:t>Retrieve </a:t>
          </a:r>
          <a:r>
            <a:rPr lang="en-US" sz="1100" b="1" kern="1200"/>
            <a:t>relevant and up-to-date</a:t>
          </a:r>
          <a:r>
            <a:rPr lang="en-US" sz="1100" kern="1200"/>
            <a:t> information from a structured knowledge base.</a:t>
          </a:r>
        </a:p>
      </dsp:txBody>
      <dsp:txXfrm>
        <a:off x="3508621" y="1154457"/>
        <a:ext cx="1574260" cy="3196880"/>
      </dsp:txXfrm>
    </dsp:sp>
    <dsp:sp modelId="{69202ABD-DCAD-4C7B-BEBF-2C1FEC85D641}">
      <dsp:nvSpPr>
        <dsp:cNvPr id="0" name=""/>
        <dsp:cNvSpPr/>
      </dsp:nvSpPr>
      <dsp:spPr>
        <a:xfrm>
          <a:off x="5257800" y="336967"/>
          <a:ext cx="1574260" cy="71"/>
        </a:xfrm>
        <a:prstGeom prst="rect">
          <a:avLst/>
        </a:prstGeom>
        <a:solidFill>
          <a:schemeClr val="accent2">
            <a:tint val="40000"/>
            <a:alpha val="90000"/>
            <a:hueOff val="3565439"/>
            <a:satOff val="-32946"/>
            <a:lumOff val="-3714"/>
            <a:alphaOff val="0"/>
          </a:schemeClr>
        </a:solidFill>
        <a:ln w="19050" cap="flat" cmpd="sng" algn="ctr">
          <a:solidFill>
            <a:schemeClr val="accent2">
              <a:tint val="40000"/>
              <a:alpha val="90000"/>
              <a:hueOff val="3565439"/>
              <a:satOff val="-32946"/>
              <a:lumOff val="-3714"/>
              <a:alphaOff val="0"/>
            </a:schemeClr>
          </a:solidFill>
          <a:prstDash val="solid"/>
          <a:miter lim="800000"/>
        </a:ln>
        <a:effectLst/>
      </dsp:spPr>
      <dsp:style>
        <a:lnRef idx="2">
          <a:scrgbClr r="0" g="0" b="0"/>
        </a:lnRef>
        <a:fillRef idx="1">
          <a:scrgbClr r="0" g="0" b="0"/>
        </a:fillRef>
        <a:effectRef idx="0">
          <a:scrgbClr r="0" g="0" b="0"/>
        </a:effectRef>
        <a:fontRef idx="minor"/>
      </dsp:style>
    </dsp:sp>
    <dsp:sp modelId="{9210EFF7-B271-4B44-8F2D-F03E9437077A}">
      <dsp:nvSpPr>
        <dsp:cNvPr id="0" name=""/>
        <dsp:cNvSpPr/>
      </dsp:nvSpPr>
      <dsp:spPr>
        <a:xfrm>
          <a:off x="6874041" y="278231"/>
          <a:ext cx="80462" cy="151127"/>
        </a:xfrm>
        <a:prstGeom prst="chevron">
          <a:avLst>
            <a:gd name="adj" fmla="val 90000"/>
          </a:avLst>
        </a:prstGeom>
        <a:solidFill>
          <a:schemeClr val="accent2">
            <a:tint val="40000"/>
            <a:alpha val="90000"/>
            <a:hueOff val="3961599"/>
            <a:satOff val="-36607"/>
            <a:lumOff val="-4126"/>
            <a:alphaOff val="0"/>
          </a:schemeClr>
        </a:solidFill>
        <a:ln w="19050" cap="flat" cmpd="sng" algn="ctr">
          <a:solidFill>
            <a:schemeClr val="accent2">
              <a:tint val="40000"/>
              <a:alpha val="90000"/>
              <a:hueOff val="3961599"/>
              <a:satOff val="-36607"/>
              <a:lumOff val="-4126"/>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14F67F-21D6-4AB9-AFA0-B4B0AE2D63B8}">
      <dsp:nvSpPr>
        <dsp:cNvPr id="0" name=""/>
        <dsp:cNvSpPr/>
      </dsp:nvSpPr>
      <dsp:spPr>
        <a:xfrm>
          <a:off x="5707927" y="0"/>
          <a:ext cx="674005" cy="674005"/>
        </a:xfrm>
        <a:prstGeom prst="ellipse">
          <a:avLst/>
        </a:prstGeom>
        <a:solidFill>
          <a:schemeClr val="accent2">
            <a:hueOff val="3866169"/>
            <a:satOff val="-11096"/>
            <a:lumOff val="-17765"/>
            <a:alphaOff val="0"/>
          </a:schemeClr>
        </a:solidFill>
        <a:ln w="19050" cap="flat" cmpd="sng" algn="ctr">
          <a:solidFill>
            <a:schemeClr val="accent2">
              <a:hueOff val="3866169"/>
              <a:satOff val="-11096"/>
              <a:lumOff val="-17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155" tIns="26155" rIns="26155" bIns="26155" numCol="1" spcCol="1270" anchor="ctr" anchorCtr="0">
          <a:noAutofit/>
        </a:bodyPr>
        <a:lstStyle/>
        <a:p>
          <a:pPr lvl="0" algn="ctr" defTabSz="1377950">
            <a:lnSpc>
              <a:spcPct val="90000"/>
            </a:lnSpc>
            <a:spcBef>
              <a:spcPct val="0"/>
            </a:spcBef>
            <a:spcAft>
              <a:spcPct val="35000"/>
            </a:spcAft>
          </a:pPr>
          <a:r>
            <a:rPr lang="en-US" sz="3100" kern="1200"/>
            <a:t>4</a:t>
          </a:r>
        </a:p>
      </dsp:txBody>
      <dsp:txXfrm>
        <a:off x="5806633" y="98706"/>
        <a:ext cx="476593" cy="476593"/>
      </dsp:txXfrm>
    </dsp:sp>
    <dsp:sp modelId="{0E074857-F03A-4546-9F77-C01BD51F3DF5}">
      <dsp:nvSpPr>
        <dsp:cNvPr id="0" name=""/>
        <dsp:cNvSpPr/>
      </dsp:nvSpPr>
      <dsp:spPr>
        <a:xfrm>
          <a:off x="5257800" y="839605"/>
          <a:ext cx="1574260" cy="3511732"/>
        </a:xfrm>
        <a:prstGeom prst="upArrowCallout">
          <a:avLst>
            <a:gd name="adj1" fmla="val 50000"/>
            <a:gd name="adj2" fmla="val 20000"/>
            <a:gd name="adj3" fmla="val 20000"/>
            <a:gd name="adj4" fmla="val 100000"/>
          </a:avLst>
        </a:prstGeom>
        <a:solidFill>
          <a:schemeClr val="accent2">
            <a:tint val="40000"/>
            <a:alpha val="90000"/>
            <a:hueOff val="4357759"/>
            <a:satOff val="-40268"/>
            <a:lumOff val="-4539"/>
            <a:alphaOff val="0"/>
          </a:schemeClr>
        </a:solidFill>
        <a:ln w="19050" cap="flat" cmpd="sng" algn="ctr">
          <a:solidFill>
            <a:schemeClr val="accent2">
              <a:tint val="40000"/>
              <a:alpha val="90000"/>
              <a:hueOff val="4357759"/>
              <a:satOff val="-40268"/>
              <a:lumOff val="-453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179" tIns="165100" rIns="124179" bIns="165100" numCol="1" spcCol="1270" anchor="t" anchorCtr="0">
          <a:noAutofit/>
        </a:bodyPr>
        <a:lstStyle/>
        <a:p>
          <a:pPr lvl="0" algn="l" defTabSz="488950">
            <a:lnSpc>
              <a:spcPct val="90000"/>
            </a:lnSpc>
            <a:spcBef>
              <a:spcPct val="0"/>
            </a:spcBef>
            <a:spcAft>
              <a:spcPct val="35000"/>
            </a:spcAft>
          </a:pPr>
          <a:r>
            <a:rPr lang="en-US" sz="1100" kern="1200"/>
            <a:t>Generate </a:t>
          </a:r>
          <a:r>
            <a:rPr lang="en-US" sz="1100" b="1" kern="1200"/>
            <a:t>contextually rich</a:t>
          </a:r>
          <a:r>
            <a:rPr lang="en-US" sz="1100" kern="1200"/>
            <a:t> and </a:t>
          </a:r>
          <a:r>
            <a:rPr lang="en-US" sz="1100" b="1" kern="1200"/>
            <a:t>factually accurate</a:t>
          </a:r>
          <a:r>
            <a:rPr lang="en-US" sz="1100" kern="1200"/>
            <a:t> responses.</a:t>
          </a:r>
        </a:p>
      </dsp:txBody>
      <dsp:txXfrm>
        <a:off x="5257800" y="1154457"/>
        <a:ext cx="1574260" cy="3196880"/>
      </dsp:txXfrm>
    </dsp:sp>
    <dsp:sp modelId="{FB6F6312-E656-4648-AA08-34EED405C7D5}">
      <dsp:nvSpPr>
        <dsp:cNvPr id="0" name=""/>
        <dsp:cNvSpPr/>
      </dsp:nvSpPr>
      <dsp:spPr>
        <a:xfrm>
          <a:off x="7006978" y="336966"/>
          <a:ext cx="1574260" cy="71"/>
        </a:xfrm>
        <a:prstGeom prst="rect">
          <a:avLst/>
        </a:prstGeom>
        <a:solidFill>
          <a:schemeClr val="accent2">
            <a:tint val="40000"/>
            <a:alpha val="90000"/>
            <a:hueOff val="4753919"/>
            <a:satOff val="-43928"/>
            <a:lumOff val="-4952"/>
            <a:alphaOff val="0"/>
          </a:schemeClr>
        </a:solidFill>
        <a:ln w="19050" cap="flat" cmpd="sng" algn="ctr">
          <a:solidFill>
            <a:schemeClr val="accent2">
              <a:tint val="40000"/>
              <a:alpha val="90000"/>
              <a:hueOff val="4753919"/>
              <a:satOff val="-43928"/>
              <a:lumOff val="-4952"/>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C5940F-D295-4ACB-822B-60BAC524CF57}">
      <dsp:nvSpPr>
        <dsp:cNvPr id="0" name=""/>
        <dsp:cNvSpPr/>
      </dsp:nvSpPr>
      <dsp:spPr>
        <a:xfrm>
          <a:off x="8623219" y="278230"/>
          <a:ext cx="80462" cy="151128"/>
        </a:xfrm>
        <a:prstGeom prst="chevron">
          <a:avLst>
            <a:gd name="adj" fmla="val 90000"/>
          </a:avLst>
        </a:prstGeom>
        <a:solidFill>
          <a:schemeClr val="accent2">
            <a:tint val="40000"/>
            <a:alpha val="90000"/>
            <a:hueOff val="5150078"/>
            <a:satOff val="-47589"/>
            <a:lumOff val="-5364"/>
            <a:alphaOff val="0"/>
          </a:schemeClr>
        </a:solidFill>
        <a:ln w="19050" cap="flat" cmpd="sng" algn="ctr">
          <a:solidFill>
            <a:schemeClr val="accent2">
              <a:tint val="40000"/>
              <a:alpha val="90000"/>
              <a:hueOff val="5150078"/>
              <a:satOff val="-47589"/>
              <a:lumOff val="-5364"/>
              <a:alphaOff val="0"/>
            </a:schemeClr>
          </a:solidFill>
          <a:prstDash val="solid"/>
          <a:miter lim="800000"/>
        </a:ln>
        <a:effectLst/>
      </dsp:spPr>
      <dsp:style>
        <a:lnRef idx="2">
          <a:scrgbClr r="0" g="0" b="0"/>
        </a:lnRef>
        <a:fillRef idx="1">
          <a:scrgbClr r="0" g="0" b="0"/>
        </a:fillRef>
        <a:effectRef idx="0">
          <a:scrgbClr r="0" g="0" b="0"/>
        </a:effectRef>
        <a:fontRef idx="minor"/>
      </dsp:style>
    </dsp:sp>
    <dsp:sp modelId="{858495CE-F67C-4595-A31D-D8A54980CE97}">
      <dsp:nvSpPr>
        <dsp:cNvPr id="0" name=""/>
        <dsp:cNvSpPr/>
      </dsp:nvSpPr>
      <dsp:spPr>
        <a:xfrm>
          <a:off x="7457106" y="0"/>
          <a:ext cx="674005" cy="674005"/>
        </a:xfrm>
        <a:prstGeom prst="ellipse">
          <a:avLst/>
        </a:prstGeom>
        <a:solidFill>
          <a:schemeClr val="accent2">
            <a:hueOff val="5154891"/>
            <a:satOff val="-14794"/>
            <a:lumOff val="-23687"/>
            <a:alphaOff val="0"/>
          </a:schemeClr>
        </a:solidFill>
        <a:ln w="19050" cap="flat" cmpd="sng" algn="ctr">
          <a:solidFill>
            <a:schemeClr val="accent2">
              <a:hueOff val="5154891"/>
              <a:satOff val="-14794"/>
              <a:lumOff val="-2368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155" tIns="26155" rIns="26155" bIns="26155" numCol="1" spcCol="1270" anchor="ctr" anchorCtr="0">
          <a:noAutofit/>
        </a:bodyPr>
        <a:lstStyle/>
        <a:p>
          <a:pPr lvl="0" algn="ctr" defTabSz="1377950">
            <a:lnSpc>
              <a:spcPct val="90000"/>
            </a:lnSpc>
            <a:spcBef>
              <a:spcPct val="0"/>
            </a:spcBef>
            <a:spcAft>
              <a:spcPct val="35000"/>
            </a:spcAft>
          </a:pPr>
          <a:r>
            <a:rPr lang="en-US" sz="3100" kern="1200"/>
            <a:t>5</a:t>
          </a:r>
        </a:p>
      </dsp:txBody>
      <dsp:txXfrm>
        <a:off x="7555812" y="98706"/>
        <a:ext cx="476593" cy="476593"/>
      </dsp:txXfrm>
    </dsp:sp>
    <dsp:sp modelId="{9315B05F-C396-4146-8B37-B30DBE0B7238}">
      <dsp:nvSpPr>
        <dsp:cNvPr id="0" name=""/>
        <dsp:cNvSpPr/>
      </dsp:nvSpPr>
      <dsp:spPr>
        <a:xfrm>
          <a:off x="7006978" y="839605"/>
          <a:ext cx="1574260" cy="3511732"/>
        </a:xfrm>
        <a:prstGeom prst="upArrowCallout">
          <a:avLst>
            <a:gd name="adj1" fmla="val 50000"/>
            <a:gd name="adj2" fmla="val 20000"/>
            <a:gd name="adj3" fmla="val 20000"/>
            <a:gd name="adj4" fmla="val 100000"/>
          </a:avLst>
        </a:prstGeom>
        <a:solidFill>
          <a:schemeClr val="accent2">
            <a:tint val="40000"/>
            <a:alpha val="90000"/>
            <a:hueOff val="5546239"/>
            <a:satOff val="-51250"/>
            <a:lumOff val="-5777"/>
            <a:alphaOff val="0"/>
          </a:schemeClr>
        </a:solidFill>
        <a:ln w="19050" cap="flat" cmpd="sng" algn="ctr">
          <a:solidFill>
            <a:schemeClr val="accent2">
              <a:tint val="40000"/>
              <a:alpha val="90000"/>
              <a:hueOff val="5546239"/>
              <a:satOff val="-51250"/>
              <a:lumOff val="-57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179" tIns="165100" rIns="124179" bIns="165100" numCol="1" spcCol="1270" anchor="t" anchorCtr="0">
          <a:noAutofit/>
        </a:bodyPr>
        <a:lstStyle/>
        <a:p>
          <a:pPr lvl="0" algn="l" defTabSz="488950">
            <a:lnSpc>
              <a:spcPct val="90000"/>
            </a:lnSpc>
            <a:spcBef>
              <a:spcPct val="0"/>
            </a:spcBef>
            <a:spcAft>
              <a:spcPct val="35000"/>
            </a:spcAft>
          </a:pPr>
          <a:r>
            <a:rPr lang="en-US" sz="1100" kern="1200"/>
            <a:t>Provide </a:t>
          </a:r>
          <a:r>
            <a:rPr lang="en-US" sz="1100" b="1" kern="1200"/>
            <a:t>real-time, low-latency</a:t>
          </a:r>
          <a:r>
            <a:rPr lang="en-US" sz="1100" kern="1200"/>
            <a:t> answers for better user experience.</a:t>
          </a:r>
        </a:p>
      </dsp:txBody>
      <dsp:txXfrm>
        <a:off x="7006978" y="1154457"/>
        <a:ext cx="1574260" cy="3196880"/>
      </dsp:txXfrm>
    </dsp:sp>
    <dsp:sp modelId="{65DBC34D-3BD3-4D14-A5CC-2AC22DB79E21}">
      <dsp:nvSpPr>
        <dsp:cNvPr id="0" name=""/>
        <dsp:cNvSpPr/>
      </dsp:nvSpPr>
      <dsp:spPr>
        <a:xfrm>
          <a:off x="8756157" y="336966"/>
          <a:ext cx="787130" cy="72"/>
        </a:xfrm>
        <a:prstGeom prst="rect">
          <a:avLst/>
        </a:prstGeom>
        <a:solidFill>
          <a:schemeClr val="accent2">
            <a:tint val="40000"/>
            <a:alpha val="90000"/>
            <a:hueOff val="5942398"/>
            <a:satOff val="-54911"/>
            <a:lumOff val="-6190"/>
            <a:alphaOff val="0"/>
          </a:schemeClr>
        </a:solidFill>
        <a:ln w="19050" cap="flat" cmpd="sng" algn="ctr">
          <a:solidFill>
            <a:schemeClr val="accent2">
              <a:tint val="40000"/>
              <a:alpha val="90000"/>
              <a:hueOff val="5942398"/>
              <a:satOff val="-54911"/>
              <a:lumOff val="-619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33D7358-AAB2-48EB-97A8-8C9510FE42CA}">
      <dsp:nvSpPr>
        <dsp:cNvPr id="0" name=""/>
        <dsp:cNvSpPr/>
      </dsp:nvSpPr>
      <dsp:spPr>
        <a:xfrm>
          <a:off x="9206284" y="0"/>
          <a:ext cx="674005" cy="674005"/>
        </a:xfrm>
        <a:prstGeom prst="ellips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155" tIns="26155" rIns="26155" bIns="26155" numCol="1" spcCol="1270" anchor="ctr" anchorCtr="0">
          <a:noAutofit/>
        </a:bodyPr>
        <a:lstStyle/>
        <a:p>
          <a:pPr lvl="0" algn="ctr" defTabSz="1377950">
            <a:lnSpc>
              <a:spcPct val="90000"/>
            </a:lnSpc>
            <a:spcBef>
              <a:spcPct val="0"/>
            </a:spcBef>
            <a:spcAft>
              <a:spcPct val="35000"/>
            </a:spcAft>
          </a:pPr>
          <a:r>
            <a:rPr lang="en-US" sz="3100" kern="1200"/>
            <a:t>6</a:t>
          </a:r>
        </a:p>
      </dsp:txBody>
      <dsp:txXfrm>
        <a:off x="9304990" y="98706"/>
        <a:ext cx="476593" cy="476593"/>
      </dsp:txXfrm>
    </dsp:sp>
    <dsp:sp modelId="{AC0CA146-35DA-4FE6-B046-B5056C98C712}">
      <dsp:nvSpPr>
        <dsp:cNvPr id="0" name=""/>
        <dsp:cNvSpPr/>
      </dsp:nvSpPr>
      <dsp:spPr>
        <a:xfrm>
          <a:off x="8756157" y="839605"/>
          <a:ext cx="1574260" cy="3511732"/>
        </a:xfrm>
        <a:prstGeom prst="upArrowCallout">
          <a:avLst>
            <a:gd name="adj1" fmla="val 50000"/>
            <a:gd name="adj2" fmla="val 20000"/>
            <a:gd name="adj3" fmla="val 20000"/>
            <a:gd name="adj4" fmla="val 100000"/>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179" tIns="165100" rIns="124179" bIns="165100" numCol="1" spcCol="1270" anchor="t" anchorCtr="0">
          <a:noAutofit/>
        </a:bodyPr>
        <a:lstStyle/>
        <a:p>
          <a:pPr lvl="0" algn="l" defTabSz="488950">
            <a:lnSpc>
              <a:spcPct val="90000"/>
            </a:lnSpc>
            <a:spcBef>
              <a:spcPct val="0"/>
            </a:spcBef>
            <a:spcAft>
              <a:spcPct val="35000"/>
            </a:spcAft>
          </a:pPr>
          <a:r>
            <a:rPr lang="en-US" sz="1100" kern="1200" dirty="0"/>
            <a:t>This project aims to develop a </a:t>
          </a:r>
          <a:r>
            <a:rPr lang="en-US" sz="1100" b="1" kern="1200" dirty="0"/>
            <a:t>Retrieval-Augmented Generation (RAG) based chatbot</a:t>
          </a:r>
          <a:r>
            <a:rPr lang="en-US" sz="1100" kern="1200" dirty="0"/>
            <a:t>, which combines the capabilities of </a:t>
          </a:r>
          <a:r>
            <a:rPr lang="en-US" sz="1100" b="1" kern="1200" dirty="0"/>
            <a:t>information retrieval</a:t>
          </a:r>
          <a:r>
            <a:rPr lang="en-US" sz="1100" kern="1200" dirty="0"/>
            <a:t> with </a:t>
          </a:r>
          <a:r>
            <a:rPr lang="en-US" sz="1100" b="1" kern="1200" dirty="0"/>
            <a:t>natural language generation</a:t>
          </a:r>
          <a:r>
            <a:rPr lang="en-US" sz="1100" kern="1200" dirty="0"/>
            <a:t>. By integrating a </a:t>
          </a:r>
          <a:r>
            <a:rPr lang="en-US" sz="1100" b="1" kern="1200" dirty="0"/>
            <a:t>retriever module</a:t>
          </a:r>
          <a:r>
            <a:rPr lang="en-US" sz="1100" kern="1200" dirty="0"/>
            <a:t> to fetch relevant context and a </a:t>
          </a:r>
          <a:r>
            <a:rPr lang="en-US" sz="1100" b="1" kern="1200" dirty="0"/>
            <a:t>generator module</a:t>
          </a:r>
          <a:r>
            <a:rPr lang="en-US" sz="1100" kern="1200" dirty="0"/>
            <a:t> to synthesize meaningful responses, </a:t>
          </a:r>
        </a:p>
      </dsp:txBody>
      <dsp:txXfrm>
        <a:off x="8756157" y="1154457"/>
        <a:ext cx="1574260" cy="31968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CF7E3A-AC02-4324-B2AB-D3913498BEB5}">
      <dsp:nvSpPr>
        <dsp:cNvPr id="0" name=""/>
        <dsp:cNvSpPr/>
      </dsp:nvSpPr>
      <dsp:spPr>
        <a:xfrm>
          <a:off x="2672229" y="535503"/>
          <a:ext cx="411234" cy="91440"/>
        </a:xfrm>
        <a:custGeom>
          <a:avLst/>
          <a:gdLst/>
          <a:ahLst/>
          <a:cxnLst/>
          <a:rect l="0" t="0" r="0" b="0"/>
          <a:pathLst>
            <a:path>
              <a:moveTo>
                <a:pt x="0" y="45720"/>
              </a:moveTo>
              <a:lnTo>
                <a:pt x="411234"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866801" y="579012"/>
        <a:ext cx="22091" cy="4422"/>
      </dsp:txXfrm>
    </dsp:sp>
    <dsp:sp modelId="{A8EC19B3-0A3D-484D-91D4-A2C98FADFC7F}">
      <dsp:nvSpPr>
        <dsp:cNvPr id="0" name=""/>
        <dsp:cNvSpPr/>
      </dsp:nvSpPr>
      <dsp:spPr>
        <a:xfrm>
          <a:off x="753011" y="4917"/>
          <a:ext cx="1921018" cy="115261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32" tIns="98808" rIns="94132" bIns="98808" numCol="1" spcCol="1270" anchor="ctr" anchorCtr="0">
          <a:noAutofit/>
        </a:bodyPr>
        <a:lstStyle/>
        <a:p>
          <a:pPr lvl="0" algn="ctr" defTabSz="533400">
            <a:lnSpc>
              <a:spcPct val="90000"/>
            </a:lnSpc>
            <a:spcBef>
              <a:spcPct val="0"/>
            </a:spcBef>
            <a:spcAft>
              <a:spcPct val="35000"/>
            </a:spcAft>
          </a:pPr>
          <a:r>
            <a:rPr lang="en-US" sz="1200" b="1" kern="1200"/>
            <a:t>1. Reduces Hallucinations</a:t>
          </a:r>
          <a:endParaRPr lang="en-US" sz="1200" kern="1200"/>
        </a:p>
      </dsp:txBody>
      <dsp:txXfrm>
        <a:off x="753011" y="4917"/>
        <a:ext cx="1921018" cy="1152611"/>
      </dsp:txXfrm>
    </dsp:sp>
    <dsp:sp modelId="{913F2A31-FDCA-4DEE-BEDB-A412EE3790A8}">
      <dsp:nvSpPr>
        <dsp:cNvPr id="0" name=""/>
        <dsp:cNvSpPr/>
      </dsp:nvSpPr>
      <dsp:spPr>
        <a:xfrm>
          <a:off x="5035082" y="535503"/>
          <a:ext cx="411234" cy="91440"/>
        </a:xfrm>
        <a:custGeom>
          <a:avLst/>
          <a:gdLst/>
          <a:ahLst/>
          <a:cxnLst/>
          <a:rect l="0" t="0" r="0" b="0"/>
          <a:pathLst>
            <a:path>
              <a:moveTo>
                <a:pt x="0" y="45720"/>
              </a:moveTo>
              <a:lnTo>
                <a:pt x="411234"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229654" y="579012"/>
        <a:ext cx="22091" cy="4422"/>
      </dsp:txXfrm>
    </dsp:sp>
    <dsp:sp modelId="{F9917A3A-7903-4FD8-93FF-075FFE4500A4}">
      <dsp:nvSpPr>
        <dsp:cNvPr id="0" name=""/>
        <dsp:cNvSpPr/>
      </dsp:nvSpPr>
      <dsp:spPr>
        <a:xfrm>
          <a:off x="3115864" y="4917"/>
          <a:ext cx="1921018" cy="1152611"/>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32" tIns="98808" rIns="94132" bIns="98808" numCol="1" spcCol="1270" anchor="ctr" anchorCtr="0">
          <a:noAutofit/>
        </a:bodyPr>
        <a:lstStyle/>
        <a:p>
          <a:pPr lvl="0" algn="ctr" defTabSz="533400">
            <a:lnSpc>
              <a:spcPct val="90000"/>
            </a:lnSpc>
            <a:spcBef>
              <a:spcPct val="0"/>
            </a:spcBef>
            <a:spcAft>
              <a:spcPct val="35000"/>
            </a:spcAft>
          </a:pPr>
          <a:r>
            <a:rPr lang="en-US" sz="1200" kern="1200"/>
            <a:t>Traditional language models generate text based on learned patterns, which can lead to </a:t>
          </a:r>
          <a:r>
            <a:rPr lang="en-US" sz="1200" b="1" kern="1200"/>
            <a:t>fabricated or inaccurate responses</a:t>
          </a:r>
          <a:r>
            <a:rPr lang="en-US" sz="1200" kern="1200"/>
            <a:t>.</a:t>
          </a:r>
        </a:p>
      </dsp:txBody>
      <dsp:txXfrm>
        <a:off x="3115864" y="4917"/>
        <a:ext cx="1921018" cy="1152611"/>
      </dsp:txXfrm>
    </dsp:sp>
    <dsp:sp modelId="{CBE2F5C5-BD8B-403B-9BCB-2482675A801F}">
      <dsp:nvSpPr>
        <dsp:cNvPr id="0" name=""/>
        <dsp:cNvSpPr/>
      </dsp:nvSpPr>
      <dsp:spPr>
        <a:xfrm>
          <a:off x="7397935" y="535503"/>
          <a:ext cx="411234" cy="91440"/>
        </a:xfrm>
        <a:custGeom>
          <a:avLst/>
          <a:gdLst/>
          <a:ahLst/>
          <a:cxnLst/>
          <a:rect l="0" t="0" r="0" b="0"/>
          <a:pathLst>
            <a:path>
              <a:moveTo>
                <a:pt x="0" y="45720"/>
              </a:moveTo>
              <a:lnTo>
                <a:pt x="411234"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7592507" y="579012"/>
        <a:ext cx="22091" cy="4422"/>
      </dsp:txXfrm>
    </dsp:sp>
    <dsp:sp modelId="{C0C09568-6D9B-4105-B15B-E9BCC8F6E100}">
      <dsp:nvSpPr>
        <dsp:cNvPr id="0" name=""/>
        <dsp:cNvSpPr/>
      </dsp:nvSpPr>
      <dsp:spPr>
        <a:xfrm>
          <a:off x="5478717" y="4917"/>
          <a:ext cx="1921018" cy="1152611"/>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32" tIns="98808" rIns="94132" bIns="98808" numCol="1" spcCol="1270" anchor="ctr" anchorCtr="0">
          <a:noAutofit/>
        </a:bodyPr>
        <a:lstStyle/>
        <a:p>
          <a:pPr lvl="0" algn="ctr" defTabSz="533400">
            <a:lnSpc>
              <a:spcPct val="90000"/>
            </a:lnSpc>
            <a:spcBef>
              <a:spcPct val="0"/>
            </a:spcBef>
            <a:spcAft>
              <a:spcPct val="35000"/>
            </a:spcAft>
          </a:pPr>
          <a:r>
            <a:rPr lang="en-US" sz="1200" b="1" kern="1200"/>
            <a:t>RAG retrieves real, grounded information</a:t>
          </a:r>
          <a:r>
            <a:rPr lang="en-US" sz="1200" kern="1200"/>
            <a:t> from a knowledge base before generating the response, reducing the chance of hallucinations.</a:t>
          </a:r>
        </a:p>
      </dsp:txBody>
      <dsp:txXfrm>
        <a:off x="5478717" y="4917"/>
        <a:ext cx="1921018" cy="1152611"/>
      </dsp:txXfrm>
    </dsp:sp>
    <dsp:sp modelId="{03EA286C-3FE6-47B5-B984-07668784B870}">
      <dsp:nvSpPr>
        <dsp:cNvPr id="0" name=""/>
        <dsp:cNvSpPr/>
      </dsp:nvSpPr>
      <dsp:spPr>
        <a:xfrm>
          <a:off x="1713520" y="1155729"/>
          <a:ext cx="7088559" cy="411234"/>
        </a:xfrm>
        <a:custGeom>
          <a:avLst/>
          <a:gdLst/>
          <a:ahLst/>
          <a:cxnLst/>
          <a:rect l="0" t="0" r="0" b="0"/>
          <a:pathLst>
            <a:path>
              <a:moveTo>
                <a:pt x="7088559" y="0"/>
              </a:moveTo>
              <a:lnTo>
                <a:pt x="7088559" y="222717"/>
              </a:lnTo>
              <a:lnTo>
                <a:pt x="0" y="222717"/>
              </a:lnTo>
              <a:lnTo>
                <a:pt x="0" y="411234"/>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080242" y="1359134"/>
        <a:ext cx="355115" cy="4422"/>
      </dsp:txXfrm>
    </dsp:sp>
    <dsp:sp modelId="{95D6B0CF-AD1E-49A6-8952-F22880AF2C93}">
      <dsp:nvSpPr>
        <dsp:cNvPr id="0" name=""/>
        <dsp:cNvSpPr/>
      </dsp:nvSpPr>
      <dsp:spPr>
        <a:xfrm>
          <a:off x="7841570" y="4917"/>
          <a:ext cx="1921018" cy="1152611"/>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32" tIns="98808" rIns="94132" bIns="98808" numCol="1" spcCol="1270" anchor="ctr" anchorCtr="0">
          <a:noAutofit/>
        </a:bodyPr>
        <a:lstStyle/>
        <a:p>
          <a:pPr lvl="0" algn="ctr" defTabSz="533400">
            <a:lnSpc>
              <a:spcPct val="90000"/>
            </a:lnSpc>
            <a:spcBef>
              <a:spcPct val="0"/>
            </a:spcBef>
            <a:spcAft>
              <a:spcPct val="35000"/>
            </a:spcAft>
          </a:pPr>
          <a:r>
            <a:rPr lang="en-US" sz="1200" b="1" kern="1200"/>
            <a:t>2. Provides Factually Accurate Answers</a:t>
          </a:r>
          <a:endParaRPr lang="en-US" sz="1200" kern="1200"/>
        </a:p>
      </dsp:txBody>
      <dsp:txXfrm>
        <a:off x="7841570" y="4917"/>
        <a:ext cx="1921018" cy="1152611"/>
      </dsp:txXfrm>
    </dsp:sp>
    <dsp:sp modelId="{7EDAC6BD-CC01-4A03-BB76-C8C379466115}">
      <dsp:nvSpPr>
        <dsp:cNvPr id="0" name=""/>
        <dsp:cNvSpPr/>
      </dsp:nvSpPr>
      <dsp:spPr>
        <a:xfrm>
          <a:off x="2672229" y="2129949"/>
          <a:ext cx="411234" cy="91440"/>
        </a:xfrm>
        <a:custGeom>
          <a:avLst/>
          <a:gdLst/>
          <a:ahLst/>
          <a:cxnLst/>
          <a:rect l="0" t="0" r="0" b="0"/>
          <a:pathLst>
            <a:path>
              <a:moveTo>
                <a:pt x="0" y="45720"/>
              </a:moveTo>
              <a:lnTo>
                <a:pt x="411234"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866801" y="2173457"/>
        <a:ext cx="22091" cy="4422"/>
      </dsp:txXfrm>
    </dsp:sp>
    <dsp:sp modelId="{A5873C2D-556D-441D-A8EA-9A619DFCD83E}">
      <dsp:nvSpPr>
        <dsp:cNvPr id="0" name=""/>
        <dsp:cNvSpPr/>
      </dsp:nvSpPr>
      <dsp:spPr>
        <a:xfrm>
          <a:off x="753011" y="1599363"/>
          <a:ext cx="1921018" cy="1152611"/>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32" tIns="98808" rIns="94132" bIns="98808" numCol="1" spcCol="1270" anchor="ctr" anchorCtr="0">
          <a:noAutofit/>
        </a:bodyPr>
        <a:lstStyle/>
        <a:p>
          <a:pPr lvl="0" algn="ctr" defTabSz="533400">
            <a:lnSpc>
              <a:spcPct val="90000"/>
            </a:lnSpc>
            <a:spcBef>
              <a:spcPct val="0"/>
            </a:spcBef>
            <a:spcAft>
              <a:spcPct val="35000"/>
            </a:spcAft>
          </a:pPr>
          <a:r>
            <a:rPr lang="en-US" sz="1200" kern="1200"/>
            <a:t>By retrieving </a:t>
          </a:r>
          <a:r>
            <a:rPr lang="en-US" sz="1200" b="1" kern="1200"/>
            <a:t>relevant documents</a:t>
          </a:r>
          <a:r>
            <a:rPr lang="en-US" sz="1200" kern="1200"/>
            <a:t> or passages at inference time, RAG ensures that the generated answers are </a:t>
          </a:r>
          <a:r>
            <a:rPr lang="en-US" sz="1200" b="1" kern="1200"/>
            <a:t>based on actual data</a:t>
          </a:r>
          <a:r>
            <a:rPr lang="en-US" sz="1200" kern="1200"/>
            <a:t>, improving factual correctness.</a:t>
          </a:r>
        </a:p>
      </dsp:txBody>
      <dsp:txXfrm>
        <a:off x="753011" y="1599363"/>
        <a:ext cx="1921018" cy="1152611"/>
      </dsp:txXfrm>
    </dsp:sp>
    <dsp:sp modelId="{3BFF7620-FEAB-4A69-BB45-8CDAFD1C045B}">
      <dsp:nvSpPr>
        <dsp:cNvPr id="0" name=""/>
        <dsp:cNvSpPr/>
      </dsp:nvSpPr>
      <dsp:spPr>
        <a:xfrm>
          <a:off x="5035082" y="2129949"/>
          <a:ext cx="411234" cy="91440"/>
        </a:xfrm>
        <a:custGeom>
          <a:avLst/>
          <a:gdLst/>
          <a:ahLst/>
          <a:cxnLst/>
          <a:rect l="0" t="0" r="0" b="0"/>
          <a:pathLst>
            <a:path>
              <a:moveTo>
                <a:pt x="0" y="45720"/>
              </a:moveTo>
              <a:lnTo>
                <a:pt x="411234"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229654" y="2173457"/>
        <a:ext cx="22091" cy="4422"/>
      </dsp:txXfrm>
    </dsp:sp>
    <dsp:sp modelId="{235D0B5F-1FD2-4BC9-8C2F-E1D164CBA678}">
      <dsp:nvSpPr>
        <dsp:cNvPr id="0" name=""/>
        <dsp:cNvSpPr/>
      </dsp:nvSpPr>
      <dsp:spPr>
        <a:xfrm>
          <a:off x="3115864" y="1599363"/>
          <a:ext cx="1921018" cy="115261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32" tIns="98808" rIns="94132" bIns="98808" numCol="1" spcCol="1270" anchor="ctr" anchorCtr="0">
          <a:noAutofit/>
        </a:bodyPr>
        <a:lstStyle/>
        <a:p>
          <a:pPr lvl="0" algn="ctr" defTabSz="533400">
            <a:lnSpc>
              <a:spcPct val="90000"/>
            </a:lnSpc>
            <a:spcBef>
              <a:spcPct val="0"/>
            </a:spcBef>
            <a:spcAft>
              <a:spcPct val="35000"/>
            </a:spcAft>
          </a:pPr>
          <a:r>
            <a:rPr lang="en-US" sz="1200" b="1" kern="1200"/>
            <a:t>3. Enhances Contextual Relevance</a:t>
          </a:r>
          <a:endParaRPr lang="en-US" sz="1200" kern="1200"/>
        </a:p>
      </dsp:txBody>
      <dsp:txXfrm>
        <a:off x="3115864" y="1599363"/>
        <a:ext cx="1921018" cy="1152611"/>
      </dsp:txXfrm>
    </dsp:sp>
    <dsp:sp modelId="{F8693C8B-3A85-4BD5-A7EE-F475EF55C71B}">
      <dsp:nvSpPr>
        <dsp:cNvPr id="0" name=""/>
        <dsp:cNvSpPr/>
      </dsp:nvSpPr>
      <dsp:spPr>
        <a:xfrm>
          <a:off x="7397935" y="2129949"/>
          <a:ext cx="411234" cy="91440"/>
        </a:xfrm>
        <a:custGeom>
          <a:avLst/>
          <a:gdLst/>
          <a:ahLst/>
          <a:cxnLst/>
          <a:rect l="0" t="0" r="0" b="0"/>
          <a:pathLst>
            <a:path>
              <a:moveTo>
                <a:pt x="0" y="45720"/>
              </a:moveTo>
              <a:lnTo>
                <a:pt x="411234"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7592507" y="2173457"/>
        <a:ext cx="22091" cy="4422"/>
      </dsp:txXfrm>
    </dsp:sp>
    <dsp:sp modelId="{E1A13FC1-03E3-42D7-A6FB-E5EB5EC85A36}">
      <dsp:nvSpPr>
        <dsp:cNvPr id="0" name=""/>
        <dsp:cNvSpPr/>
      </dsp:nvSpPr>
      <dsp:spPr>
        <a:xfrm>
          <a:off x="5478717" y="1599363"/>
          <a:ext cx="1921018" cy="1152611"/>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32" tIns="98808" rIns="94132" bIns="98808" numCol="1" spcCol="1270" anchor="ctr" anchorCtr="0">
          <a:noAutofit/>
        </a:bodyPr>
        <a:lstStyle/>
        <a:p>
          <a:pPr lvl="0" algn="ctr" defTabSz="533400">
            <a:lnSpc>
              <a:spcPct val="90000"/>
            </a:lnSpc>
            <a:spcBef>
              <a:spcPct val="0"/>
            </a:spcBef>
            <a:spcAft>
              <a:spcPct val="35000"/>
            </a:spcAft>
          </a:pPr>
          <a:r>
            <a:rPr lang="en-US" sz="1200" kern="1200"/>
            <a:t>The generator in RAG uses the </a:t>
          </a:r>
          <a:r>
            <a:rPr lang="en-US" sz="1200" b="1" kern="1200"/>
            <a:t>retrieved context</a:t>
          </a:r>
          <a:r>
            <a:rPr lang="en-US" sz="1200" kern="1200"/>
            <a:t> to craft more </a:t>
          </a:r>
          <a:r>
            <a:rPr lang="en-US" sz="1200" b="1" kern="1200"/>
            <a:t>relevant, topic-aware responses</a:t>
          </a:r>
          <a:r>
            <a:rPr lang="en-US" sz="1200" kern="1200"/>
            <a:t>, even for complex or domain-specific queries.</a:t>
          </a:r>
        </a:p>
      </dsp:txBody>
      <dsp:txXfrm>
        <a:off x="5478717" y="1599363"/>
        <a:ext cx="1921018" cy="1152611"/>
      </dsp:txXfrm>
    </dsp:sp>
    <dsp:sp modelId="{B3793559-013A-4A88-BC68-461F9B6EC4F6}">
      <dsp:nvSpPr>
        <dsp:cNvPr id="0" name=""/>
        <dsp:cNvSpPr/>
      </dsp:nvSpPr>
      <dsp:spPr>
        <a:xfrm>
          <a:off x="1713520" y="2750174"/>
          <a:ext cx="7088559" cy="411234"/>
        </a:xfrm>
        <a:custGeom>
          <a:avLst/>
          <a:gdLst/>
          <a:ahLst/>
          <a:cxnLst/>
          <a:rect l="0" t="0" r="0" b="0"/>
          <a:pathLst>
            <a:path>
              <a:moveTo>
                <a:pt x="7088559" y="0"/>
              </a:moveTo>
              <a:lnTo>
                <a:pt x="7088559" y="222717"/>
              </a:lnTo>
              <a:lnTo>
                <a:pt x="0" y="222717"/>
              </a:lnTo>
              <a:lnTo>
                <a:pt x="0" y="411234"/>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080242" y="2953580"/>
        <a:ext cx="355115" cy="4422"/>
      </dsp:txXfrm>
    </dsp:sp>
    <dsp:sp modelId="{5D7396BF-0935-4BBB-B052-49D4998218F1}">
      <dsp:nvSpPr>
        <dsp:cNvPr id="0" name=""/>
        <dsp:cNvSpPr/>
      </dsp:nvSpPr>
      <dsp:spPr>
        <a:xfrm>
          <a:off x="7841570" y="1599363"/>
          <a:ext cx="1921018" cy="1152611"/>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32" tIns="98808" rIns="94132" bIns="98808" numCol="1" spcCol="1270" anchor="ctr" anchorCtr="0">
          <a:noAutofit/>
        </a:bodyPr>
        <a:lstStyle/>
        <a:p>
          <a:pPr lvl="0" algn="ctr" defTabSz="533400">
            <a:lnSpc>
              <a:spcPct val="90000"/>
            </a:lnSpc>
            <a:spcBef>
              <a:spcPct val="0"/>
            </a:spcBef>
            <a:spcAft>
              <a:spcPct val="35000"/>
            </a:spcAft>
          </a:pPr>
          <a:r>
            <a:rPr lang="en-US" sz="1200" b="1" kern="1200"/>
            <a:t>4. Supports Dynamic &amp; Updatable Knowledge</a:t>
          </a:r>
          <a:endParaRPr lang="en-US" sz="1200" kern="1200"/>
        </a:p>
      </dsp:txBody>
      <dsp:txXfrm>
        <a:off x="7841570" y="1599363"/>
        <a:ext cx="1921018" cy="1152611"/>
      </dsp:txXfrm>
    </dsp:sp>
    <dsp:sp modelId="{B274012F-1240-4F55-B2D9-4B3413D568DE}">
      <dsp:nvSpPr>
        <dsp:cNvPr id="0" name=""/>
        <dsp:cNvSpPr/>
      </dsp:nvSpPr>
      <dsp:spPr>
        <a:xfrm>
          <a:off x="2672229" y="3724394"/>
          <a:ext cx="411234" cy="91440"/>
        </a:xfrm>
        <a:custGeom>
          <a:avLst/>
          <a:gdLst/>
          <a:ahLst/>
          <a:cxnLst/>
          <a:rect l="0" t="0" r="0" b="0"/>
          <a:pathLst>
            <a:path>
              <a:moveTo>
                <a:pt x="0" y="45720"/>
              </a:moveTo>
              <a:lnTo>
                <a:pt x="411234"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866801" y="3767903"/>
        <a:ext cx="22091" cy="4422"/>
      </dsp:txXfrm>
    </dsp:sp>
    <dsp:sp modelId="{B81E21A5-2C82-4F25-85AE-523C518BEAF9}">
      <dsp:nvSpPr>
        <dsp:cNvPr id="0" name=""/>
        <dsp:cNvSpPr/>
      </dsp:nvSpPr>
      <dsp:spPr>
        <a:xfrm>
          <a:off x="753011" y="3193808"/>
          <a:ext cx="1921018" cy="1152611"/>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32" tIns="98808" rIns="94132" bIns="98808" numCol="1" spcCol="1270" anchor="ctr" anchorCtr="0">
          <a:noAutofit/>
        </a:bodyPr>
        <a:lstStyle/>
        <a:p>
          <a:pPr lvl="0" algn="ctr" defTabSz="533400">
            <a:lnSpc>
              <a:spcPct val="90000"/>
            </a:lnSpc>
            <a:spcBef>
              <a:spcPct val="0"/>
            </a:spcBef>
            <a:spcAft>
              <a:spcPct val="35000"/>
            </a:spcAft>
          </a:pPr>
          <a:r>
            <a:rPr lang="en-US" sz="1200" kern="1200"/>
            <a:t>Unlike static models trained on fixed data, RAG can </a:t>
          </a:r>
          <a:r>
            <a:rPr lang="en-US" sz="1200" b="1" kern="1200"/>
            <a:t>access updated knowledge bases</a:t>
          </a:r>
          <a:r>
            <a:rPr lang="en-US" sz="1200" kern="1200"/>
            <a:t>, making the chatbot more current without needing full retraining.</a:t>
          </a:r>
        </a:p>
      </dsp:txBody>
      <dsp:txXfrm>
        <a:off x="753011" y="3193808"/>
        <a:ext cx="1921018" cy="1152611"/>
      </dsp:txXfrm>
    </dsp:sp>
    <dsp:sp modelId="{B8E9B12F-62E7-465F-8EFA-B15F7F496FC7}">
      <dsp:nvSpPr>
        <dsp:cNvPr id="0" name=""/>
        <dsp:cNvSpPr/>
      </dsp:nvSpPr>
      <dsp:spPr>
        <a:xfrm>
          <a:off x="5035082" y="3724394"/>
          <a:ext cx="411234" cy="91440"/>
        </a:xfrm>
        <a:custGeom>
          <a:avLst/>
          <a:gdLst/>
          <a:ahLst/>
          <a:cxnLst/>
          <a:rect l="0" t="0" r="0" b="0"/>
          <a:pathLst>
            <a:path>
              <a:moveTo>
                <a:pt x="0" y="45720"/>
              </a:moveTo>
              <a:lnTo>
                <a:pt x="411234"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229654" y="3767903"/>
        <a:ext cx="22091" cy="4422"/>
      </dsp:txXfrm>
    </dsp:sp>
    <dsp:sp modelId="{A9485FC3-1F60-496E-9BF7-C0CB2B63D5FD}">
      <dsp:nvSpPr>
        <dsp:cNvPr id="0" name=""/>
        <dsp:cNvSpPr/>
      </dsp:nvSpPr>
      <dsp:spPr>
        <a:xfrm>
          <a:off x="3115864" y="3193808"/>
          <a:ext cx="1921018" cy="1152611"/>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32" tIns="98808" rIns="94132" bIns="98808" numCol="1" spcCol="1270" anchor="ctr" anchorCtr="0">
          <a:noAutofit/>
        </a:bodyPr>
        <a:lstStyle/>
        <a:p>
          <a:pPr lvl="0" algn="ctr" defTabSz="533400">
            <a:lnSpc>
              <a:spcPct val="90000"/>
            </a:lnSpc>
            <a:spcBef>
              <a:spcPct val="0"/>
            </a:spcBef>
            <a:spcAft>
              <a:spcPct val="35000"/>
            </a:spcAft>
          </a:pPr>
          <a:r>
            <a:rPr lang="en-US" sz="1200" b="1" kern="1200"/>
            <a:t>5. Combines the Best of Both Worlds</a:t>
          </a:r>
          <a:endParaRPr lang="en-US" sz="1200" kern="1200"/>
        </a:p>
      </dsp:txBody>
      <dsp:txXfrm>
        <a:off x="3115864" y="3193808"/>
        <a:ext cx="1921018" cy="1152611"/>
      </dsp:txXfrm>
    </dsp:sp>
    <dsp:sp modelId="{73B1FAA5-F3E5-4CD9-AD8B-1F7825BF0068}">
      <dsp:nvSpPr>
        <dsp:cNvPr id="0" name=""/>
        <dsp:cNvSpPr/>
      </dsp:nvSpPr>
      <dsp:spPr>
        <a:xfrm>
          <a:off x="7397935" y="3724394"/>
          <a:ext cx="411234" cy="91440"/>
        </a:xfrm>
        <a:custGeom>
          <a:avLst/>
          <a:gdLst/>
          <a:ahLst/>
          <a:cxnLst/>
          <a:rect l="0" t="0" r="0" b="0"/>
          <a:pathLst>
            <a:path>
              <a:moveTo>
                <a:pt x="0" y="45720"/>
              </a:moveTo>
              <a:lnTo>
                <a:pt x="411234"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7592507" y="3767903"/>
        <a:ext cx="22091" cy="4422"/>
      </dsp:txXfrm>
    </dsp:sp>
    <dsp:sp modelId="{42ED63BE-1FA9-4E86-875B-74435260D37C}">
      <dsp:nvSpPr>
        <dsp:cNvPr id="0" name=""/>
        <dsp:cNvSpPr/>
      </dsp:nvSpPr>
      <dsp:spPr>
        <a:xfrm>
          <a:off x="5478717" y="3193808"/>
          <a:ext cx="1921018" cy="115261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32" tIns="98808" rIns="94132" bIns="98808" numCol="1" spcCol="1270" anchor="ctr" anchorCtr="0">
          <a:noAutofit/>
        </a:bodyPr>
        <a:lstStyle/>
        <a:p>
          <a:pPr lvl="0" algn="ctr" defTabSz="533400">
            <a:lnSpc>
              <a:spcPct val="90000"/>
            </a:lnSpc>
            <a:spcBef>
              <a:spcPct val="0"/>
            </a:spcBef>
            <a:spcAft>
              <a:spcPct val="35000"/>
            </a:spcAft>
          </a:pPr>
          <a:r>
            <a:rPr lang="en-US" sz="1200" b="1" kern="1200"/>
            <a:t>Retriever</a:t>
          </a:r>
          <a:r>
            <a:rPr lang="en-US" sz="1200" kern="1200"/>
            <a:t>: Brings precision by fetching accurate documents.</a:t>
          </a:r>
        </a:p>
      </dsp:txBody>
      <dsp:txXfrm>
        <a:off x="5478717" y="3193808"/>
        <a:ext cx="1921018" cy="1152611"/>
      </dsp:txXfrm>
    </dsp:sp>
    <dsp:sp modelId="{96451E3A-5CC3-4BA4-9645-72CDF2A24107}">
      <dsp:nvSpPr>
        <dsp:cNvPr id="0" name=""/>
        <dsp:cNvSpPr/>
      </dsp:nvSpPr>
      <dsp:spPr>
        <a:xfrm>
          <a:off x="7841570" y="3193808"/>
          <a:ext cx="1921018" cy="1152611"/>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32" tIns="98808" rIns="94132" bIns="98808" numCol="1" spcCol="1270" anchor="ctr" anchorCtr="0">
          <a:noAutofit/>
        </a:bodyPr>
        <a:lstStyle/>
        <a:p>
          <a:pPr lvl="0" algn="ctr" defTabSz="533400">
            <a:lnSpc>
              <a:spcPct val="90000"/>
            </a:lnSpc>
            <a:spcBef>
              <a:spcPct val="0"/>
            </a:spcBef>
            <a:spcAft>
              <a:spcPct val="35000"/>
            </a:spcAft>
          </a:pPr>
          <a:r>
            <a:rPr lang="en-US" sz="1200" b="1" kern="1200"/>
            <a:t>Generator</a:t>
          </a:r>
          <a:r>
            <a:rPr lang="en-US" sz="1200" kern="1200"/>
            <a:t>: Adds fluency and human-like understanding.</a:t>
          </a:r>
        </a:p>
      </dsp:txBody>
      <dsp:txXfrm>
        <a:off x="7841570" y="3193808"/>
        <a:ext cx="1921018" cy="115261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79DD22-5CA5-4621-979C-6139BBE3F2D7}">
      <dsp:nvSpPr>
        <dsp:cNvPr id="0" name=""/>
        <dsp:cNvSpPr/>
      </dsp:nvSpPr>
      <dsp:spPr>
        <a:xfrm>
          <a:off x="1056693" y="421377"/>
          <a:ext cx="840221" cy="71"/>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EA8AFAF-DC6C-4545-8265-C7E4403A6DCA}">
      <dsp:nvSpPr>
        <dsp:cNvPr id="0" name=""/>
        <dsp:cNvSpPr/>
      </dsp:nvSpPr>
      <dsp:spPr>
        <a:xfrm>
          <a:off x="1947328" y="350835"/>
          <a:ext cx="96625" cy="181310"/>
        </a:xfrm>
        <a:prstGeom prst="chevron">
          <a:avLst>
            <a:gd name="adj" fmla="val 90000"/>
          </a:avLst>
        </a:prstGeom>
        <a:solidFill>
          <a:schemeClr val="accent5">
            <a:tint val="40000"/>
            <a:alpha val="90000"/>
            <a:hueOff val="-853190"/>
            <a:satOff val="190"/>
            <a:lumOff val="29"/>
            <a:alphaOff val="0"/>
          </a:schemeClr>
        </a:solidFill>
        <a:ln w="19050" cap="flat" cmpd="sng" algn="ctr">
          <a:solidFill>
            <a:schemeClr val="accent5">
              <a:tint val="40000"/>
              <a:alpha val="90000"/>
              <a:hueOff val="-853190"/>
              <a:satOff val="190"/>
              <a:lumOff val="29"/>
              <a:alphaOff val="0"/>
            </a:schemeClr>
          </a:solidFill>
          <a:prstDash val="solid"/>
          <a:miter lim="800000"/>
        </a:ln>
        <a:effectLst/>
      </dsp:spPr>
      <dsp:style>
        <a:lnRef idx="2">
          <a:scrgbClr r="0" g="0" b="0"/>
        </a:lnRef>
        <a:fillRef idx="1">
          <a:scrgbClr r="0" g="0" b="0"/>
        </a:fillRef>
        <a:effectRef idx="0">
          <a:scrgbClr r="0" g="0" b="0"/>
        </a:effectRef>
        <a:fontRef idx="minor"/>
      </dsp:style>
    </dsp:sp>
    <dsp:sp modelId="{716FB975-9856-4AF8-8CE7-9C225CFBC015}">
      <dsp:nvSpPr>
        <dsp:cNvPr id="0" name=""/>
        <dsp:cNvSpPr/>
      </dsp:nvSpPr>
      <dsp:spPr>
        <a:xfrm>
          <a:off x="530333" y="80"/>
          <a:ext cx="842665" cy="842665"/>
        </a:xfrm>
        <a:prstGeom prst="ellips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700" tIns="32700" rIns="32700" bIns="32700" numCol="1" spcCol="1270" anchor="ctr" anchorCtr="0">
          <a:noAutofit/>
        </a:bodyPr>
        <a:lstStyle/>
        <a:p>
          <a:pPr lvl="0" algn="ctr" defTabSz="1733550">
            <a:lnSpc>
              <a:spcPct val="90000"/>
            </a:lnSpc>
            <a:spcBef>
              <a:spcPct val="0"/>
            </a:spcBef>
            <a:spcAft>
              <a:spcPct val="35000"/>
            </a:spcAft>
          </a:pPr>
          <a:r>
            <a:rPr lang="en-US" sz="3900" kern="1200"/>
            <a:t>1</a:t>
          </a:r>
        </a:p>
      </dsp:txBody>
      <dsp:txXfrm>
        <a:off x="653738" y="123485"/>
        <a:ext cx="595855" cy="595855"/>
      </dsp:txXfrm>
    </dsp:sp>
    <dsp:sp modelId="{5CD6491F-E1FD-457C-BB83-563023F4104C}">
      <dsp:nvSpPr>
        <dsp:cNvPr id="0" name=""/>
        <dsp:cNvSpPr/>
      </dsp:nvSpPr>
      <dsp:spPr>
        <a:xfrm>
          <a:off x="6416" y="1008265"/>
          <a:ext cx="1890497" cy="3343072"/>
        </a:xfrm>
        <a:prstGeom prst="upArrowCallout">
          <a:avLst>
            <a:gd name="adj1" fmla="val 50000"/>
            <a:gd name="adj2" fmla="val 20000"/>
            <a:gd name="adj3" fmla="val 20000"/>
            <a:gd name="adj4" fmla="val 100000"/>
          </a:avLst>
        </a:prstGeom>
        <a:solidFill>
          <a:schemeClr val="accent5">
            <a:tint val="40000"/>
            <a:alpha val="90000"/>
            <a:hueOff val="-1706381"/>
            <a:satOff val="381"/>
            <a:lumOff val="57"/>
            <a:alphaOff val="0"/>
          </a:schemeClr>
        </a:solidFill>
        <a:ln w="19050" cap="flat" cmpd="sng" algn="ctr">
          <a:solidFill>
            <a:schemeClr val="accent5">
              <a:tint val="40000"/>
              <a:alpha val="90000"/>
              <a:hueOff val="-1706381"/>
              <a:satOff val="381"/>
              <a:lumOff val="5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125" tIns="165100" rIns="149125" bIns="165100" numCol="1" spcCol="1270" anchor="t" anchorCtr="0">
          <a:noAutofit/>
        </a:bodyPr>
        <a:lstStyle/>
        <a:p>
          <a:pPr lvl="0" algn="l" defTabSz="488950">
            <a:lnSpc>
              <a:spcPct val="90000"/>
            </a:lnSpc>
            <a:spcBef>
              <a:spcPct val="0"/>
            </a:spcBef>
            <a:spcAft>
              <a:spcPct val="35000"/>
            </a:spcAft>
          </a:pPr>
          <a:r>
            <a:rPr lang="en-IN" sz="1100" b="1" i="0" kern="1200" dirty="0"/>
            <a:t>Define the Problem Statement-</a:t>
          </a:r>
          <a:r>
            <a:rPr lang="en-US" sz="1100" kern="1200" dirty="0"/>
            <a:t>Traditional chatbots that use only generative models often produce responses that sound fluent but may lack factual accuracy or real-time relevance. Users need intelligent conversational agents that not only understand natural language but also respond with grounded, verifiable information. The core problem is how to build a chatbot that generates </a:t>
          </a:r>
          <a:r>
            <a:rPr lang="en-US" sz="1100" b="1" kern="1200" dirty="0"/>
            <a:t>accurate, context-aware responses</a:t>
          </a:r>
          <a:r>
            <a:rPr lang="en-US" sz="1100" kern="1200" dirty="0"/>
            <a:t> by leveraging external knowledge sources.</a:t>
          </a:r>
        </a:p>
      </dsp:txBody>
      <dsp:txXfrm>
        <a:off x="6416" y="1386364"/>
        <a:ext cx="1890497" cy="2964973"/>
      </dsp:txXfrm>
    </dsp:sp>
    <dsp:sp modelId="{84C29CA3-D3E0-407C-8FCB-6DDC39AEB5CC}">
      <dsp:nvSpPr>
        <dsp:cNvPr id="0" name=""/>
        <dsp:cNvSpPr/>
      </dsp:nvSpPr>
      <dsp:spPr>
        <a:xfrm>
          <a:off x="2106970" y="421310"/>
          <a:ext cx="1890497" cy="71"/>
        </a:xfrm>
        <a:prstGeom prst="rect">
          <a:avLst/>
        </a:prstGeom>
        <a:solidFill>
          <a:schemeClr val="accent5">
            <a:tint val="40000"/>
            <a:alpha val="90000"/>
            <a:hueOff val="-2559571"/>
            <a:satOff val="571"/>
            <a:lumOff val="86"/>
            <a:alphaOff val="0"/>
          </a:schemeClr>
        </a:solidFill>
        <a:ln w="19050" cap="flat" cmpd="sng" algn="ctr">
          <a:solidFill>
            <a:schemeClr val="accent5">
              <a:tint val="40000"/>
              <a:alpha val="90000"/>
              <a:hueOff val="-2559571"/>
              <a:satOff val="571"/>
              <a:lumOff val="86"/>
              <a:alphaOff val="0"/>
            </a:schemeClr>
          </a:solidFill>
          <a:prstDash val="solid"/>
          <a:miter lim="800000"/>
        </a:ln>
        <a:effectLst/>
      </dsp:spPr>
      <dsp:style>
        <a:lnRef idx="2">
          <a:scrgbClr r="0" g="0" b="0"/>
        </a:lnRef>
        <a:fillRef idx="1">
          <a:scrgbClr r="0" g="0" b="0"/>
        </a:fillRef>
        <a:effectRef idx="0">
          <a:scrgbClr r="0" g="0" b="0"/>
        </a:effectRef>
        <a:fontRef idx="minor"/>
      </dsp:style>
    </dsp:sp>
    <dsp:sp modelId="{8EAB63C8-3A4B-4979-A5FF-44B63A774393}">
      <dsp:nvSpPr>
        <dsp:cNvPr id="0" name=""/>
        <dsp:cNvSpPr/>
      </dsp:nvSpPr>
      <dsp:spPr>
        <a:xfrm>
          <a:off x="4047881" y="350767"/>
          <a:ext cx="96625" cy="181458"/>
        </a:xfrm>
        <a:prstGeom prst="chevron">
          <a:avLst>
            <a:gd name="adj" fmla="val 90000"/>
          </a:avLst>
        </a:prstGeom>
        <a:solidFill>
          <a:schemeClr val="accent5">
            <a:tint val="40000"/>
            <a:alpha val="90000"/>
            <a:hueOff val="-3412762"/>
            <a:satOff val="762"/>
            <a:lumOff val="115"/>
            <a:alphaOff val="0"/>
          </a:schemeClr>
        </a:solidFill>
        <a:ln w="19050" cap="flat" cmpd="sng" algn="ctr">
          <a:solidFill>
            <a:schemeClr val="accent5">
              <a:tint val="40000"/>
              <a:alpha val="90000"/>
              <a:hueOff val="-3412762"/>
              <a:satOff val="762"/>
              <a:lumOff val="115"/>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A6DC0F-8C44-4378-BD9B-7BCF53F49B63}">
      <dsp:nvSpPr>
        <dsp:cNvPr id="0" name=""/>
        <dsp:cNvSpPr/>
      </dsp:nvSpPr>
      <dsp:spPr>
        <a:xfrm>
          <a:off x="2630886" y="13"/>
          <a:ext cx="842665" cy="842665"/>
        </a:xfrm>
        <a:prstGeom prst="ellipse">
          <a:avLst/>
        </a:prstGeom>
        <a:solidFill>
          <a:schemeClr val="accent5">
            <a:hueOff val="-3038037"/>
            <a:satOff val="-207"/>
            <a:lumOff val="490"/>
            <a:alphaOff val="0"/>
          </a:schemeClr>
        </a:solidFill>
        <a:ln w="19050" cap="flat" cmpd="sng" algn="ctr">
          <a:solidFill>
            <a:schemeClr val="accent5">
              <a:hueOff val="-3038037"/>
              <a:satOff val="-207"/>
              <a:lumOff val="4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700" tIns="32700" rIns="32700" bIns="32700" numCol="1" spcCol="1270" anchor="ctr" anchorCtr="0">
          <a:noAutofit/>
        </a:bodyPr>
        <a:lstStyle/>
        <a:p>
          <a:pPr lvl="0" algn="ctr" defTabSz="1733550">
            <a:lnSpc>
              <a:spcPct val="90000"/>
            </a:lnSpc>
            <a:spcBef>
              <a:spcPct val="0"/>
            </a:spcBef>
            <a:spcAft>
              <a:spcPct val="35000"/>
            </a:spcAft>
          </a:pPr>
          <a:r>
            <a:rPr lang="en-US" sz="3900" kern="1200"/>
            <a:t>2</a:t>
          </a:r>
        </a:p>
      </dsp:txBody>
      <dsp:txXfrm>
        <a:off x="2754291" y="123418"/>
        <a:ext cx="595855" cy="595855"/>
      </dsp:txXfrm>
    </dsp:sp>
    <dsp:sp modelId="{7F1AFB4D-3BAD-4962-9261-4A5897EBE0C1}">
      <dsp:nvSpPr>
        <dsp:cNvPr id="0" name=""/>
        <dsp:cNvSpPr/>
      </dsp:nvSpPr>
      <dsp:spPr>
        <a:xfrm>
          <a:off x="2106970" y="1008265"/>
          <a:ext cx="1890497" cy="3343072"/>
        </a:xfrm>
        <a:prstGeom prst="upArrowCallout">
          <a:avLst>
            <a:gd name="adj1" fmla="val 50000"/>
            <a:gd name="adj2" fmla="val 20000"/>
            <a:gd name="adj3" fmla="val 20000"/>
            <a:gd name="adj4" fmla="val 100000"/>
          </a:avLst>
        </a:prstGeom>
        <a:solidFill>
          <a:schemeClr val="accent5">
            <a:tint val="40000"/>
            <a:alpha val="90000"/>
            <a:hueOff val="-4265952"/>
            <a:satOff val="952"/>
            <a:lumOff val="143"/>
            <a:alphaOff val="0"/>
          </a:schemeClr>
        </a:solidFill>
        <a:ln w="19050" cap="flat" cmpd="sng" algn="ctr">
          <a:solidFill>
            <a:schemeClr val="accent5">
              <a:tint val="40000"/>
              <a:alpha val="90000"/>
              <a:hueOff val="-4265952"/>
              <a:satOff val="952"/>
              <a:lumOff val="1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125" tIns="165100" rIns="149125" bIns="165100" numCol="1" spcCol="1270" anchor="t" anchorCtr="0">
          <a:noAutofit/>
        </a:bodyPr>
        <a:lstStyle/>
        <a:p>
          <a:pPr lvl="0" algn="l" defTabSz="488950">
            <a:lnSpc>
              <a:spcPct val="90000"/>
            </a:lnSpc>
            <a:spcBef>
              <a:spcPct val="0"/>
            </a:spcBef>
            <a:spcAft>
              <a:spcPct val="35000"/>
            </a:spcAft>
          </a:pPr>
          <a:r>
            <a:rPr lang="en-IN" sz="1100" b="1" i="0" kern="1200" dirty="0"/>
            <a:t>Gather User Requirements-</a:t>
          </a:r>
          <a:r>
            <a:rPr lang="en-US" sz="1100" kern="1200" dirty="0"/>
            <a:t>Understanding the end-users’ expectations is crucial. Users may include customers, students, employees, or general users who expect quick, intelligent, and helpful responses. This step involves collecting feedback and insights into how the chatbot will be used, what kind of questions it should handle, and what performance standards it must meet.</a:t>
          </a:r>
        </a:p>
      </dsp:txBody>
      <dsp:txXfrm>
        <a:off x="2106970" y="1386364"/>
        <a:ext cx="1890497" cy="2964973"/>
      </dsp:txXfrm>
    </dsp:sp>
    <dsp:sp modelId="{3FC75FD6-12ED-42E9-86C1-8A6FFC88CD6C}">
      <dsp:nvSpPr>
        <dsp:cNvPr id="0" name=""/>
        <dsp:cNvSpPr/>
      </dsp:nvSpPr>
      <dsp:spPr>
        <a:xfrm>
          <a:off x="4207523" y="421298"/>
          <a:ext cx="1890497" cy="71"/>
        </a:xfrm>
        <a:prstGeom prst="rect">
          <a:avLst/>
        </a:prstGeom>
        <a:solidFill>
          <a:schemeClr val="accent5">
            <a:tint val="40000"/>
            <a:alpha val="90000"/>
            <a:hueOff val="-5119142"/>
            <a:satOff val="1143"/>
            <a:lumOff val="172"/>
            <a:alphaOff val="0"/>
          </a:schemeClr>
        </a:solidFill>
        <a:ln w="19050" cap="flat" cmpd="sng" algn="ctr">
          <a:solidFill>
            <a:schemeClr val="accent5">
              <a:tint val="40000"/>
              <a:alpha val="90000"/>
              <a:hueOff val="-5119142"/>
              <a:satOff val="1143"/>
              <a:lumOff val="172"/>
              <a:alphaOff val="0"/>
            </a:schemeClr>
          </a:solidFill>
          <a:prstDash val="solid"/>
          <a:miter lim="800000"/>
        </a:ln>
        <a:effectLst/>
      </dsp:spPr>
      <dsp:style>
        <a:lnRef idx="2">
          <a:scrgbClr r="0" g="0" b="0"/>
        </a:lnRef>
        <a:fillRef idx="1">
          <a:scrgbClr r="0" g="0" b="0"/>
        </a:fillRef>
        <a:effectRef idx="0">
          <a:scrgbClr r="0" g="0" b="0"/>
        </a:effectRef>
        <a:fontRef idx="minor"/>
      </dsp:style>
    </dsp:sp>
    <dsp:sp modelId="{C2283030-1907-4923-8D32-077514D14B41}">
      <dsp:nvSpPr>
        <dsp:cNvPr id="0" name=""/>
        <dsp:cNvSpPr/>
      </dsp:nvSpPr>
      <dsp:spPr>
        <a:xfrm>
          <a:off x="6148434" y="350756"/>
          <a:ext cx="96625" cy="181483"/>
        </a:xfrm>
        <a:prstGeom prst="chevron">
          <a:avLst>
            <a:gd name="adj" fmla="val 90000"/>
          </a:avLst>
        </a:prstGeom>
        <a:solidFill>
          <a:schemeClr val="accent5">
            <a:tint val="40000"/>
            <a:alpha val="90000"/>
            <a:hueOff val="-5972333"/>
            <a:satOff val="1333"/>
            <a:lumOff val="200"/>
            <a:alphaOff val="0"/>
          </a:schemeClr>
        </a:solidFill>
        <a:ln w="19050" cap="flat" cmpd="sng" algn="ctr">
          <a:solidFill>
            <a:schemeClr val="accent5">
              <a:tint val="40000"/>
              <a:alpha val="90000"/>
              <a:hueOff val="-5972333"/>
              <a:satOff val="1333"/>
              <a:lumOff val="20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672B96-E3EF-465A-BEA0-785D4C2FC581}">
      <dsp:nvSpPr>
        <dsp:cNvPr id="0" name=""/>
        <dsp:cNvSpPr/>
      </dsp:nvSpPr>
      <dsp:spPr>
        <a:xfrm>
          <a:off x="4731439" y="2"/>
          <a:ext cx="842665" cy="842665"/>
        </a:xfrm>
        <a:prstGeom prst="ellipse">
          <a:avLst/>
        </a:prstGeom>
        <a:solidFill>
          <a:schemeClr val="accent5">
            <a:hueOff val="-6076075"/>
            <a:satOff val="-413"/>
            <a:lumOff val="981"/>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700" tIns="32700" rIns="32700" bIns="32700" numCol="1" spcCol="1270" anchor="ctr" anchorCtr="0">
          <a:noAutofit/>
        </a:bodyPr>
        <a:lstStyle/>
        <a:p>
          <a:pPr lvl="0" algn="ctr" defTabSz="1733550">
            <a:lnSpc>
              <a:spcPct val="90000"/>
            </a:lnSpc>
            <a:spcBef>
              <a:spcPct val="0"/>
            </a:spcBef>
            <a:spcAft>
              <a:spcPct val="35000"/>
            </a:spcAft>
          </a:pPr>
          <a:r>
            <a:rPr lang="en-US" sz="3900" kern="1200"/>
            <a:t>3</a:t>
          </a:r>
        </a:p>
      </dsp:txBody>
      <dsp:txXfrm>
        <a:off x="4854844" y="123407"/>
        <a:ext cx="595855" cy="595855"/>
      </dsp:txXfrm>
    </dsp:sp>
    <dsp:sp modelId="{275C4291-B1DC-441C-B5F8-F72E2DE5630C}">
      <dsp:nvSpPr>
        <dsp:cNvPr id="0" name=""/>
        <dsp:cNvSpPr/>
      </dsp:nvSpPr>
      <dsp:spPr>
        <a:xfrm>
          <a:off x="4207523" y="1008265"/>
          <a:ext cx="1890497" cy="3343072"/>
        </a:xfrm>
        <a:prstGeom prst="upArrowCallout">
          <a:avLst>
            <a:gd name="adj1" fmla="val 50000"/>
            <a:gd name="adj2" fmla="val 20000"/>
            <a:gd name="adj3" fmla="val 20000"/>
            <a:gd name="adj4" fmla="val 100000"/>
          </a:avLst>
        </a:prstGeom>
        <a:solidFill>
          <a:schemeClr val="accent5">
            <a:tint val="40000"/>
            <a:alpha val="90000"/>
            <a:hueOff val="-6825524"/>
            <a:satOff val="1524"/>
            <a:lumOff val="229"/>
            <a:alphaOff val="0"/>
          </a:schemeClr>
        </a:solidFill>
        <a:ln w="19050" cap="flat" cmpd="sng" algn="ctr">
          <a:solidFill>
            <a:schemeClr val="accent5">
              <a:tint val="40000"/>
              <a:alpha val="90000"/>
              <a:hueOff val="-6825524"/>
              <a:satOff val="1524"/>
              <a:lumOff val="22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125" tIns="165100" rIns="149125" bIns="165100" numCol="1" spcCol="1270" anchor="t" anchorCtr="0">
          <a:noAutofit/>
        </a:bodyPr>
        <a:lstStyle/>
        <a:p>
          <a:pPr lvl="0" algn="l" defTabSz="488950">
            <a:lnSpc>
              <a:spcPct val="90000"/>
            </a:lnSpc>
            <a:spcBef>
              <a:spcPct val="0"/>
            </a:spcBef>
            <a:spcAft>
              <a:spcPct val="35000"/>
            </a:spcAft>
          </a:pPr>
          <a:r>
            <a:rPr lang="en-IN" sz="1100" b="1" i="0" kern="1200"/>
            <a:t>Analyze Requirements-</a:t>
          </a:r>
          <a:r>
            <a:rPr lang="en-US" sz="1100" kern="1200"/>
            <a:t>Once user needs are gathered, the next step is to translate them into technical requirements. This involves analyzing what kind of data the chatbot needs to retrieve, how it should integrate with the knowledge base, and what constraints (like latency or security) need to be considered.</a:t>
          </a:r>
        </a:p>
      </dsp:txBody>
      <dsp:txXfrm>
        <a:off x="4207523" y="1386364"/>
        <a:ext cx="1890497" cy="2964973"/>
      </dsp:txXfrm>
    </dsp:sp>
    <dsp:sp modelId="{6B59255F-499E-4771-AE7F-0CEE8E4ACDCB}">
      <dsp:nvSpPr>
        <dsp:cNvPr id="0" name=""/>
        <dsp:cNvSpPr/>
      </dsp:nvSpPr>
      <dsp:spPr>
        <a:xfrm>
          <a:off x="6308076" y="421297"/>
          <a:ext cx="1890497" cy="71"/>
        </a:xfrm>
        <a:prstGeom prst="rect">
          <a:avLst/>
        </a:prstGeom>
        <a:solidFill>
          <a:schemeClr val="accent5">
            <a:tint val="40000"/>
            <a:alpha val="90000"/>
            <a:hueOff val="-7678713"/>
            <a:satOff val="1714"/>
            <a:lumOff val="258"/>
            <a:alphaOff val="0"/>
          </a:schemeClr>
        </a:solidFill>
        <a:ln w="19050" cap="flat" cmpd="sng" algn="ctr">
          <a:solidFill>
            <a:schemeClr val="accent5">
              <a:tint val="40000"/>
              <a:alpha val="90000"/>
              <a:hueOff val="-7678713"/>
              <a:satOff val="1714"/>
              <a:lumOff val="258"/>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E70DF7-1576-4243-B933-ABCB499813B7}">
      <dsp:nvSpPr>
        <dsp:cNvPr id="0" name=""/>
        <dsp:cNvSpPr/>
      </dsp:nvSpPr>
      <dsp:spPr>
        <a:xfrm>
          <a:off x="8248987" y="350754"/>
          <a:ext cx="96625" cy="181487"/>
        </a:xfrm>
        <a:prstGeom prst="chevron">
          <a:avLst>
            <a:gd name="adj" fmla="val 90000"/>
          </a:avLst>
        </a:prstGeom>
        <a:solidFill>
          <a:schemeClr val="accent5">
            <a:tint val="40000"/>
            <a:alpha val="90000"/>
            <a:hueOff val="-8531905"/>
            <a:satOff val="1905"/>
            <a:lumOff val="286"/>
            <a:alphaOff val="0"/>
          </a:schemeClr>
        </a:solidFill>
        <a:ln w="19050" cap="flat" cmpd="sng" algn="ctr">
          <a:solidFill>
            <a:schemeClr val="accent5">
              <a:tint val="40000"/>
              <a:alpha val="90000"/>
              <a:hueOff val="-8531905"/>
              <a:satOff val="1905"/>
              <a:lumOff val="286"/>
              <a:alphaOff val="0"/>
            </a:schemeClr>
          </a:solidFill>
          <a:prstDash val="solid"/>
          <a:miter lim="800000"/>
        </a:ln>
        <a:effectLst/>
      </dsp:spPr>
      <dsp:style>
        <a:lnRef idx="2">
          <a:scrgbClr r="0" g="0" b="0"/>
        </a:lnRef>
        <a:fillRef idx="1">
          <a:scrgbClr r="0" g="0" b="0"/>
        </a:fillRef>
        <a:effectRef idx="0">
          <a:scrgbClr r="0" g="0" b="0"/>
        </a:effectRef>
        <a:fontRef idx="minor"/>
      </dsp:style>
    </dsp:sp>
    <dsp:sp modelId="{995CCF85-F118-45E6-9D4E-A6DECC8BA028}">
      <dsp:nvSpPr>
        <dsp:cNvPr id="0" name=""/>
        <dsp:cNvSpPr/>
      </dsp:nvSpPr>
      <dsp:spPr>
        <a:xfrm>
          <a:off x="6831992" y="0"/>
          <a:ext cx="842665" cy="842665"/>
        </a:xfrm>
        <a:prstGeom prst="ellipse">
          <a:avLst/>
        </a:prstGeom>
        <a:solidFill>
          <a:schemeClr val="accent5">
            <a:hueOff val="-9114112"/>
            <a:satOff val="-620"/>
            <a:lumOff val="1471"/>
            <a:alphaOff val="0"/>
          </a:schemeClr>
        </a:solidFill>
        <a:ln w="19050" cap="flat" cmpd="sng" algn="ctr">
          <a:solidFill>
            <a:schemeClr val="accent5">
              <a:hueOff val="-9114112"/>
              <a:satOff val="-620"/>
              <a:lumOff val="1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700" tIns="32700" rIns="32700" bIns="32700" numCol="1" spcCol="1270" anchor="ctr" anchorCtr="0">
          <a:noAutofit/>
        </a:bodyPr>
        <a:lstStyle/>
        <a:p>
          <a:pPr lvl="0" algn="ctr" defTabSz="1733550">
            <a:lnSpc>
              <a:spcPct val="90000"/>
            </a:lnSpc>
            <a:spcBef>
              <a:spcPct val="0"/>
            </a:spcBef>
            <a:spcAft>
              <a:spcPct val="35000"/>
            </a:spcAft>
          </a:pPr>
          <a:r>
            <a:rPr lang="en-US" sz="3900" kern="1200"/>
            <a:t>4</a:t>
          </a:r>
        </a:p>
      </dsp:txBody>
      <dsp:txXfrm>
        <a:off x="6955397" y="123405"/>
        <a:ext cx="595855" cy="595855"/>
      </dsp:txXfrm>
    </dsp:sp>
    <dsp:sp modelId="{4EDA114D-D8CC-42B1-8D1C-1D84B2022E9C}">
      <dsp:nvSpPr>
        <dsp:cNvPr id="0" name=""/>
        <dsp:cNvSpPr/>
      </dsp:nvSpPr>
      <dsp:spPr>
        <a:xfrm>
          <a:off x="6308076" y="1008265"/>
          <a:ext cx="1890497" cy="3343072"/>
        </a:xfrm>
        <a:prstGeom prst="upArrowCallout">
          <a:avLst>
            <a:gd name="adj1" fmla="val 50000"/>
            <a:gd name="adj2" fmla="val 20000"/>
            <a:gd name="adj3" fmla="val 20000"/>
            <a:gd name="adj4" fmla="val 100000"/>
          </a:avLst>
        </a:prstGeom>
        <a:solidFill>
          <a:schemeClr val="accent5">
            <a:tint val="40000"/>
            <a:alpha val="90000"/>
            <a:hueOff val="-9385094"/>
            <a:satOff val="2095"/>
            <a:lumOff val="315"/>
            <a:alphaOff val="0"/>
          </a:schemeClr>
        </a:solidFill>
        <a:ln w="19050" cap="flat" cmpd="sng" algn="ctr">
          <a:solidFill>
            <a:schemeClr val="accent5">
              <a:tint val="40000"/>
              <a:alpha val="90000"/>
              <a:hueOff val="-9385094"/>
              <a:satOff val="2095"/>
              <a:lumOff val="3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125" tIns="165100" rIns="149125" bIns="165100" numCol="1" spcCol="1270" anchor="t" anchorCtr="0">
          <a:noAutofit/>
        </a:bodyPr>
        <a:lstStyle/>
        <a:p>
          <a:pPr lvl="0" algn="l" defTabSz="488950">
            <a:lnSpc>
              <a:spcPct val="90000"/>
            </a:lnSpc>
            <a:spcBef>
              <a:spcPct val="0"/>
            </a:spcBef>
            <a:spcAft>
              <a:spcPct val="35000"/>
            </a:spcAft>
          </a:pPr>
          <a:r>
            <a:rPr lang="en-IN" sz="1100" b="1" i="0" kern="1200"/>
            <a:t>Plan Project Steps-</a:t>
          </a:r>
          <a:r>
            <a:rPr lang="en-US" sz="1100" kern="1200"/>
            <a:t>After requirement analysis, a clear roadmap for development is created. This includes dividing the project into phases with specific goals, timelines, tools, and resource allocations.</a:t>
          </a:r>
        </a:p>
      </dsp:txBody>
      <dsp:txXfrm>
        <a:off x="6308076" y="1386364"/>
        <a:ext cx="1890497" cy="2964973"/>
      </dsp:txXfrm>
    </dsp:sp>
    <dsp:sp modelId="{97EC77CC-A609-4D96-9DC4-0B096695D206}">
      <dsp:nvSpPr>
        <dsp:cNvPr id="0" name=""/>
        <dsp:cNvSpPr/>
      </dsp:nvSpPr>
      <dsp:spPr>
        <a:xfrm>
          <a:off x="8408629" y="421296"/>
          <a:ext cx="945248" cy="71"/>
        </a:xfrm>
        <a:prstGeom prst="rect">
          <a:avLst/>
        </a:prstGeom>
        <a:solidFill>
          <a:schemeClr val="accent5">
            <a:tint val="40000"/>
            <a:alpha val="90000"/>
            <a:hueOff val="-10238285"/>
            <a:satOff val="2286"/>
            <a:lumOff val="344"/>
            <a:alphaOff val="0"/>
          </a:schemeClr>
        </a:solidFill>
        <a:ln w="19050" cap="flat" cmpd="sng" algn="ctr">
          <a:solidFill>
            <a:schemeClr val="accent5">
              <a:tint val="40000"/>
              <a:alpha val="90000"/>
              <a:hueOff val="-10238285"/>
              <a:satOff val="2286"/>
              <a:lumOff val="344"/>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924883-38BA-4545-BBD3-2040F96D0687}">
      <dsp:nvSpPr>
        <dsp:cNvPr id="0" name=""/>
        <dsp:cNvSpPr/>
      </dsp:nvSpPr>
      <dsp:spPr>
        <a:xfrm>
          <a:off x="8932545" y="0"/>
          <a:ext cx="842665" cy="842665"/>
        </a:xfrm>
        <a:prstGeom prst="ellipse">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700" tIns="32700" rIns="32700" bIns="32700" numCol="1" spcCol="1270" anchor="ctr" anchorCtr="0">
          <a:noAutofit/>
        </a:bodyPr>
        <a:lstStyle/>
        <a:p>
          <a:pPr lvl="0" algn="ctr" defTabSz="1733550">
            <a:lnSpc>
              <a:spcPct val="90000"/>
            </a:lnSpc>
            <a:spcBef>
              <a:spcPct val="0"/>
            </a:spcBef>
            <a:spcAft>
              <a:spcPct val="35000"/>
            </a:spcAft>
          </a:pPr>
          <a:r>
            <a:rPr lang="en-US" sz="3900" kern="1200"/>
            <a:t>5</a:t>
          </a:r>
        </a:p>
      </dsp:txBody>
      <dsp:txXfrm>
        <a:off x="9055950" y="123405"/>
        <a:ext cx="595855" cy="595855"/>
      </dsp:txXfrm>
    </dsp:sp>
    <dsp:sp modelId="{EC9EE945-F27E-44A8-9080-CD574A11E69E}">
      <dsp:nvSpPr>
        <dsp:cNvPr id="0" name=""/>
        <dsp:cNvSpPr/>
      </dsp:nvSpPr>
      <dsp:spPr>
        <a:xfrm>
          <a:off x="8408629" y="1008265"/>
          <a:ext cx="1890497" cy="3343072"/>
        </a:xfrm>
        <a:prstGeom prst="upArrowCallout">
          <a:avLst>
            <a:gd name="adj1" fmla="val 50000"/>
            <a:gd name="adj2" fmla="val 20000"/>
            <a:gd name="adj3" fmla="val 20000"/>
            <a:gd name="adj4" fmla="val 100000"/>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125" tIns="165100" rIns="149125" bIns="165100" numCol="1" spcCol="1270" anchor="t" anchorCtr="0">
          <a:noAutofit/>
        </a:bodyPr>
        <a:lstStyle/>
        <a:p>
          <a:pPr lvl="0" algn="l" defTabSz="488950">
            <a:lnSpc>
              <a:spcPct val="90000"/>
            </a:lnSpc>
            <a:spcBef>
              <a:spcPct val="0"/>
            </a:spcBef>
            <a:spcAft>
              <a:spcPct val="35000"/>
            </a:spcAft>
          </a:pPr>
          <a:r>
            <a:rPr lang="en-IN" sz="1100" b="1" i="0" kern="1200"/>
            <a:t>Design System Architecture-</a:t>
          </a:r>
          <a:r>
            <a:rPr lang="en-US" sz="1100" kern="1200"/>
            <a:t>This step outlines how all components will work together technically. For a RAG-based chatbot, the architecture should define how queries flow through retrieval and generation components, how data is stored and accessed, and how APIs interact.</a:t>
          </a:r>
        </a:p>
      </dsp:txBody>
      <dsp:txXfrm>
        <a:off x="8408629" y="1386364"/>
        <a:ext cx="1890497" cy="296497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xmlns="">
        <dgm1611:autoBuNodeInfo lvl="1" ptType="sibTrans">
          <dgm1611:buPr prefix="" leadZeros="0">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xmlns="">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CA924-4608-51C2-A63B-008F2094C9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5B21A5F-87CB-67B4-EC3E-B2A639C5D7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15B0A15-3444-1488-82BE-D24BA28F3EFF}"/>
              </a:ext>
            </a:extLst>
          </p:cNvPr>
          <p:cNvSpPr>
            <a:spLocks noGrp="1"/>
          </p:cNvSpPr>
          <p:nvPr>
            <p:ph type="dt" sz="half" idx="10"/>
          </p:nvPr>
        </p:nvSpPr>
        <p:spPr/>
        <p:txBody>
          <a:bodyPr/>
          <a:lstStyle/>
          <a:p>
            <a:fld id="{8995CD2E-9ADB-4865-A091-762CCBD0B3A4}" type="datetimeFigureOut">
              <a:rPr lang="en-IN" smtClean="0"/>
              <a:t>12-01-2026</a:t>
            </a:fld>
            <a:endParaRPr lang="en-IN"/>
          </a:p>
        </p:txBody>
      </p:sp>
      <p:sp>
        <p:nvSpPr>
          <p:cNvPr id="5" name="Footer Placeholder 4">
            <a:extLst>
              <a:ext uri="{FF2B5EF4-FFF2-40B4-BE49-F238E27FC236}">
                <a16:creationId xmlns:a16="http://schemas.microsoft.com/office/drawing/2014/main" id="{68F46038-C7D0-8579-F7F9-DE92E93A60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69DCDD-4AB8-F1E9-7157-CA6F687170E1}"/>
              </a:ext>
            </a:extLst>
          </p:cNvPr>
          <p:cNvSpPr>
            <a:spLocks noGrp="1"/>
          </p:cNvSpPr>
          <p:nvPr>
            <p:ph type="sldNum" sz="quarter" idx="12"/>
          </p:nvPr>
        </p:nvSpPr>
        <p:spPr/>
        <p:txBody>
          <a:bodyPr/>
          <a:lstStyle/>
          <a:p>
            <a:fld id="{2B4F7F27-36A6-43C2-80C6-B1299223B577}" type="slidenum">
              <a:rPr lang="en-IN" smtClean="0"/>
              <a:t>‹#›</a:t>
            </a:fld>
            <a:endParaRPr lang="en-IN"/>
          </a:p>
        </p:txBody>
      </p:sp>
    </p:spTree>
    <p:extLst>
      <p:ext uri="{BB962C8B-B14F-4D97-AF65-F5344CB8AC3E}">
        <p14:creationId xmlns:p14="http://schemas.microsoft.com/office/powerpoint/2010/main" val="1130604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D1E52-4868-C107-0EFC-E0FC974707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261DE3-63FB-C701-C1DC-8F01A5C840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D43633-EC69-93AC-A4C7-3CF8FCD78B09}"/>
              </a:ext>
            </a:extLst>
          </p:cNvPr>
          <p:cNvSpPr>
            <a:spLocks noGrp="1"/>
          </p:cNvSpPr>
          <p:nvPr>
            <p:ph type="dt" sz="half" idx="10"/>
          </p:nvPr>
        </p:nvSpPr>
        <p:spPr/>
        <p:txBody>
          <a:bodyPr/>
          <a:lstStyle/>
          <a:p>
            <a:fld id="{8995CD2E-9ADB-4865-A091-762CCBD0B3A4}" type="datetimeFigureOut">
              <a:rPr lang="en-IN" smtClean="0"/>
              <a:t>12-01-2026</a:t>
            </a:fld>
            <a:endParaRPr lang="en-IN"/>
          </a:p>
        </p:txBody>
      </p:sp>
      <p:sp>
        <p:nvSpPr>
          <p:cNvPr id="5" name="Footer Placeholder 4">
            <a:extLst>
              <a:ext uri="{FF2B5EF4-FFF2-40B4-BE49-F238E27FC236}">
                <a16:creationId xmlns:a16="http://schemas.microsoft.com/office/drawing/2014/main" id="{0C0225C9-BDC5-E3A6-CB11-B01473EFC3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AF5F36-2A8F-8E74-B273-67156AB8D83E}"/>
              </a:ext>
            </a:extLst>
          </p:cNvPr>
          <p:cNvSpPr>
            <a:spLocks noGrp="1"/>
          </p:cNvSpPr>
          <p:nvPr>
            <p:ph type="sldNum" sz="quarter" idx="12"/>
          </p:nvPr>
        </p:nvSpPr>
        <p:spPr/>
        <p:txBody>
          <a:bodyPr/>
          <a:lstStyle/>
          <a:p>
            <a:fld id="{2B4F7F27-36A6-43C2-80C6-B1299223B577}" type="slidenum">
              <a:rPr lang="en-IN" smtClean="0"/>
              <a:t>‹#›</a:t>
            </a:fld>
            <a:endParaRPr lang="en-IN"/>
          </a:p>
        </p:txBody>
      </p:sp>
    </p:spTree>
    <p:extLst>
      <p:ext uri="{BB962C8B-B14F-4D97-AF65-F5344CB8AC3E}">
        <p14:creationId xmlns:p14="http://schemas.microsoft.com/office/powerpoint/2010/main" val="243979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74A62-7788-66DC-9BD5-4A65B23A46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23BB31F-45FB-4B0B-FC28-C768B8AA9D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5E2CFC-8068-C1FE-6FF4-C1593F72D544}"/>
              </a:ext>
            </a:extLst>
          </p:cNvPr>
          <p:cNvSpPr>
            <a:spLocks noGrp="1"/>
          </p:cNvSpPr>
          <p:nvPr>
            <p:ph type="dt" sz="half" idx="10"/>
          </p:nvPr>
        </p:nvSpPr>
        <p:spPr/>
        <p:txBody>
          <a:bodyPr/>
          <a:lstStyle/>
          <a:p>
            <a:fld id="{8995CD2E-9ADB-4865-A091-762CCBD0B3A4}" type="datetimeFigureOut">
              <a:rPr lang="en-IN" smtClean="0"/>
              <a:t>12-01-2026</a:t>
            </a:fld>
            <a:endParaRPr lang="en-IN"/>
          </a:p>
        </p:txBody>
      </p:sp>
      <p:sp>
        <p:nvSpPr>
          <p:cNvPr id="5" name="Footer Placeholder 4">
            <a:extLst>
              <a:ext uri="{FF2B5EF4-FFF2-40B4-BE49-F238E27FC236}">
                <a16:creationId xmlns:a16="http://schemas.microsoft.com/office/drawing/2014/main" id="{484F49BE-3A89-AEBC-3354-2A78DAD69C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9928F6-1CA1-CBE3-7B0B-426B760233FE}"/>
              </a:ext>
            </a:extLst>
          </p:cNvPr>
          <p:cNvSpPr>
            <a:spLocks noGrp="1"/>
          </p:cNvSpPr>
          <p:nvPr>
            <p:ph type="sldNum" sz="quarter" idx="12"/>
          </p:nvPr>
        </p:nvSpPr>
        <p:spPr/>
        <p:txBody>
          <a:bodyPr/>
          <a:lstStyle/>
          <a:p>
            <a:fld id="{2B4F7F27-36A6-43C2-80C6-B1299223B577}" type="slidenum">
              <a:rPr lang="en-IN" smtClean="0"/>
              <a:t>‹#›</a:t>
            </a:fld>
            <a:endParaRPr lang="en-IN"/>
          </a:p>
        </p:txBody>
      </p:sp>
    </p:spTree>
    <p:extLst>
      <p:ext uri="{BB962C8B-B14F-4D97-AF65-F5344CB8AC3E}">
        <p14:creationId xmlns:p14="http://schemas.microsoft.com/office/powerpoint/2010/main" val="4271739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E295D-D284-70DE-A28B-FD587E77F9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3940E7-4A35-8F77-9EAC-6DA1380EFE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371F7C1-CB84-22DA-01E9-E0268F516C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2C75C38-D01A-E734-F139-DDFE562C977F}"/>
              </a:ext>
            </a:extLst>
          </p:cNvPr>
          <p:cNvSpPr>
            <a:spLocks noGrp="1"/>
          </p:cNvSpPr>
          <p:nvPr>
            <p:ph type="dt" sz="half" idx="10"/>
          </p:nvPr>
        </p:nvSpPr>
        <p:spPr/>
        <p:txBody>
          <a:bodyPr/>
          <a:lstStyle/>
          <a:p>
            <a:fld id="{8995CD2E-9ADB-4865-A091-762CCBD0B3A4}" type="datetimeFigureOut">
              <a:rPr lang="en-IN" smtClean="0"/>
              <a:t>12-01-2026</a:t>
            </a:fld>
            <a:endParaRPr lang="en-IN"/>
          </a:p>
        </p:txBody>
      </p:sp>
      <p:sp>
        <p:nvSpPr>
          <p:cNvPr id="6" name="Footer Placeholder 5">
            <a:extLst>
              <a:ext uri="{FF2B5EF4-FFF2-40B4-BE49-F238E27FC236}">
                <a16:creationId xmlns:a16="http://schemas.microsoft.com/office/drawing/2014/main" id="{21952655-9AF1-B978-8CEC-8C3507A7B9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65BFB7-7AAF-310E-B2E2-4957573FD7D5}"/>
              </a:ext>
            </a:extLst>
          </p:cNvPr>
          <p:cNvSpPr>
            <a:spLocks noGrp="1"/>
          </p:cNvSpPr>
          <p:nvPr>
            <p:ph type="sldNum" sz="quarter" idx="12"/>
          </p:nvPr>
        </p:nvSpPr>
        <p:spPr/>
        <p:txBody>
          <a:bodyPr/>
          <a:lstStyle/>
          <a:p>
            <a:fld id="{2B4F7F27-36A6-43C2-80C6-B1299223B577}" type="slidenum">
              <a:rPr lang="en-IN" smtClean="0"/>
              <a:t>‹#›</a:t>
            </a:fld>
            <a:endParaRPr lang="en-IN"/>
          </a:p>
        </p:txBody>
      </p:sp>
    </p:spTree>
    <p:extLst>
      <p:ext uri="{BB962C8B-B14F-4D97-AF65-F5344CB8AC3E}">
        <p14:creationId xmlns:p14="http://schemas.microsoft.com/office/powerpoint/2010/main" val="2043642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2B828-E564-B4B6-60E8-4D018AE1302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9D668C-0C00-F6F6-2BC8-E8A027E203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7924EF-C984-D7DE-CDED-353B0F33F0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E908F30-76B4-5B46-736E-F3B16015FB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FE52E-9270-C5F9-6F2C-06C1B7E1C5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A4E1FD1-628B-03E4-1FFB-3D2616F11262}"/>
              </a:ext>
            </a:extLst>
          </p:cNvPr>
          <p:cNvSpPr>
            <a:spLocks noGrp="1"/>
          </p:cNvSpPr>
          <p:nvPr>
            <p:ph type="dt" sz="half" idx="10"/>
          </p:nvPr>
        </p:nvSpPr>
        <p:spPr/>
        <p:txBody>
          <a:bodyPr/>
          <a:lstStyle/>
          <a:p>
            <a:fld id="{8995CD2E-9ADB-4865-A091-762CCBD0B3A4}" type="datetimeFigureOut">
              <a:rPr lang="en-IN" smtClean="0"/>
              <a:t>12-01-2026</a:t>
            </a:fld>
            <a:endParaRPr lang="en-IN"/>
          </a:p>
        </p:txBody>
      </p:sp>
      <p:sp>
        <p:nvSpPr>
          <p:cNvPr id="8" name="Footer Placeholder 7">
            <a:extLst>
              <a:ext uri="{FF2B5EF4-FFF2-40B4-BE49-F238E27FC236}">
                <a16:creationId xmlns:a16="http://schemas.microsoft.com/office/drawing/2014/main" id="{BE3C5119-0D0E-5A64-A78E-62033F2308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E9AF6D3-8CE8-0E05-6BE5-996FD6F3371D}"/>
              </a:ext>
            </a:extLst>
          </p:cNvPr>
          <p:cNvSpPr>
            <a:spLocks noGrp="1"/>
          </p:cNvSpPr>
          <p:nvPr>
            <p:ph type="sldNum" sz="quarter" idx="12"/>
          </p:nvPr>
        </p:nvSpPr>
        <p:spPr/>
        <p:txBody>
          <a:bodyPr/>
          <a:lstStyle/>
          <a:p>
            <a:fld id="{2B4F7F27-36A6-43C2-80C6-B1299223B577}" type="slidenum">
              <a:rPr lang="en-IN" smtClean="0"/>
              <a:t>‹#›</a:t>
            </a:fld>
            <a:endParaRPr lang="en-IN"/>
          </a:p>
        </p:txBody>
      </p:sp>
    </p:spTree>
    <p:extLst>
      <p:ext uri="{BB962C8B-B14F-4D97-AF65-F5344CB8AC3E}">
        <p14:creationId xmlns:p14="http://schemas.microsoft.com/office/powerpoint/2010/main" val="1103886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DE81C-146D-05D8-8330-C503ACF382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CAA99FB-986D-5F4A-586D-51F6C7CE861E}"/>
              </a:ext>
            </a:extLst>
          </p:cNvPr>
          <p:cNvSpPr>
            <a:spLocks noGrp="1"/>
          </p:cNvSpPr>
          <p:nvPr>
            <p:ph type="dt" sz="half" idx="10"/>
          </p:nvPr>
        </p:nvSpPr>
        <p:spPr/>
        <p:txBody>
          <a:bodyPr/>
          <a:lstStyle/>
          <a:p>
            <a:fld id="{8995CD2E-9ADB-4865-A091-762CCBD0B3A4}" type="datetimeFigureOut">
              <a:rPr lang="en-IN" smtClean="0"/>
              <a:t>12-01-2026</a:t>
            </a:fld>
            <a:endParaRPr lang="en-IN"/>
          </a:p>
        </p:txBody>
      </p:sp>
      <p:sp>
        <p:nvSpPr>
          <p:cNvPr id="4" name="Footer Placeholder 3">
            <a:extLst>
              <a:ext uri="{FF2B5EF4-FFF2-40B4-BE49-F238E27FC236}">
                <a16:creationId xmlns:a16="http://schemas.microsoft.com/office/drawing/2014/main" id="{E521FE80-2521-6E6B-12E0-43463C0BF18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6FE9DF8-ECD9-3575-49A0-EFF502937EDF}"/>
              </a:ext>
            </a:extLst>
          </p:cNvPr>
          <p:cNvSpPr>
            <a:spLocks noGrp="1"/>
          </p:cNvSpPr>
          <p:nvPr>
            <p:ph type="sldNum" sz="quarter" idx="12"/>
          </p:nvPr>
        </p:nvSpPr>
        <p:spPr/>
        <p:txBody>
          <a:bodyPr/>
          <a:lstStyle/>
          <a:p>
            <a:fld id="{2B4F7F27-36A6-43C2-80C6-B1299223B577}" type="slidenum">
              <a:rPr lang="en-IN" smtClean="0"/>
              <a:t>‹#›</a:t>
            </a:fld>
            <a:endParaRPr lang="en-IN"/>
          </a:p>
        </p:txBody>
      </p:sp>
    </p:spTree>
    <p:extLst>
      <p:ext uri="{BB962C8B-B14F-4D97-AF65-F5344CB8AC3E}">
        <p14:creationId xmlns:p14="http://schemas.microsoft.com/office/powerpoint/2010/main" val="347897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C7D3E8-44E6-101D-0F2C-8D181FDE7B20}"/>
              </a:ext>
            </a:extLst>
          </p:cNvPr>
          <p:cNvSpPr>
            <a:spLocks noGrp="1"/>
          </p:cNvSpPr>
          <p:nvPr>
            <p:ph type="dt" sz="half" idx="10"/>
          </p:nvPr>
        </p:nvSpPr>
        <p:spPr/>
        <p:txBody>
          <a:bodyPr/>
          <a:lstStyle/>
          <a:p>
            <a:fld id="{8995CD2E-9ADB-4865-A091-762CCBD0B3A4}" type="datetimeFigureOut">
              <a:rPr lang="en-IN" smtClean="0"/>
              <a:t>12-01-2026</a:t>
            </a:fld>
            <a:endParaRPr lang="en-IN"/>
          </a:p>
        </p:txBody>
      </p:sp>
      <p:sp>
        <p:nvSpPr>
          <p:cNvPr id="3" name="Footer Placeholder 2">
            <a:extLst>
              <a:ext uri="{FF2B5EF4-FFF2-40B4-BE49-F238E27FC236}">
                <a16:creationId xmlns:a16="http://schemas.microsoft.com/office/drawing/2014/main" id="{F970488C-37B3-D2FE-E49E-C766EC90E9B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910E6A6-C837-7915-87A3-6B4FA9A9AE0A}"/>
              </a:ext>
            </a:extLst>
          </p:cNvPr>
          <p:cNvSpPr>
            <a:spLocks noGrp="1"/>
          </p:cNvSpPr>
          <p:nvPr>
            <p:ph type="sldNum" sz="quarter" idx="12"/>
          </p:nvPr>
        </p:nvSpPr>
        <p:spPr/>
        <p:txBody>
          <a:bodyPr/>
          <a:lstStyle/>
          <a:p>
            <a:fld id="{2B4F7F27-36A6-43C2-80C6-B1299223B577}" type="slidenum">
              <a:rPr lang="en-IN" smtClean="0"/>
              <a:t>‹#›</a:t>
            </a:fld>
            <a:endParaRPr lang="en-IN"/>
          </a:p>
        </p:txBody>
      </p:sp>
    </p:spTree>
    <p:extLst>
      <p:ext uri="{BB962C8B-B14F-4D97-AF65-F5344CB8AC3E}">
        <p14:creationId xmlns:p14="http://schemas.microsoft.com/office/powerpoint/2010/main" val="3333517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4DEE5-4C57-462B-BD8A-A96169B199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9B47CD3-F775-F34E-FB4A-76BD4E7BC2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A170BB4-3305-88A3-77DB-D9EDE2F35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08A694-1B45-9FC7-FEF6-369FB41F64E5}"/>
              </a:ext>
            </a:extLst>
          </p:cNvPr>
          <p:cNvSpPr>
            <a:spLocks noGrp="1"/>
          </p:cNvSpPr>
          <p:nvPr>
            <p:ph type="dt" sz="half" idx="10"/>
          </p:nvPr>
        </p:nvSpPr>
        <p:spPr/>
        <p:txBody>
          <a:bodyPr/>
          <a:lstStyle/>
          <a:p>
            <a:fld id="{8995CD2E-9ADB-4865-A091-762CCBD0B3A4}" type="datetimeFigureOut">
              <a:rPr lang="en-IN" smtClean="0"/>
              <a:t>12-01-2026</a:t>
            </a:fld>
            <a:endParaRPr lang="en-IN"/>
          </a:p>
        </p:txBody>
      </p:sp>
      <p:sp>
        <p:nvSpPr>
          <p:cNvPr id="6" name="Footer Placeholder 5">
            <a:extLst>
              <a:ext uri="{FF2B5EF4-FFF2-40B4-BE49-F238E27FC236}">
                <a16:creationId xmlns:a16="http://schemas.microsoft.com/office/drawing/2014/main" id="{79DD3501-0648-27C5-CD1F-7C22899055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70EEA4-85BF-FAEF-884F-3A84895EA08A}"/>
              </a:ext>
            </a:extLst>
          </p:cNvPr>
          <p:cNvSpPr>
            <a:spLocks noGrp="1"/>
          </p:cNvSpPr>
          <p:nvPr>
            <p:ph type="sldNum" sz="quarter" idx="12"/>
          </p:nvPr>
        </p:nvSpPr>
        <p:spPr/>
        <p:txBody>
          <a:bodyPr/>
          <a:lstStyle/>
          <a:p>
            <a:fld id="{2B4F7F27-36A6-43C2-80C6-B1299223B577}" type="slidenum">
              <a:rPr lang="en-IN" smtClean="0"/>
              <a:t>‹#›</a:t>
            </a:fld>
            <a:endParaRPr lang="en-IN"/>
          </a:p>
        </p:txBody>
      </p:sp>
    </p:spTree>
    <p:extLst>
      <p:ext uri="{BB962C8B-B14F-4D97-AF65-F5344CB8AC3E}">
        <p14:creationId xmlns:p14="http://schemas.microsoft.com/office/powerpoint/2010/main" val="3112058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C92F9-BAC4-C6F1-894A-138B6E376C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1CBF0E0-8F80-6946-962E-A1BC21D1A2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4C81A21-7D25-EE00-0FD7-64D87EA76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18B108-0057-9419-AFD6-CB79CB52FC03}"/>
              </a:ext>
            </a:extLst>
          </p:cNvPr>
          <p:cNvSpPr>
            <a:spLocks noGrp="1"/>
          </p:cNvSpPr>
          <p:nvPr>
            <p:ph type="dt" sz="half" idx="10"/>
          </p:nvPr>
        </p:nvSpPr>
        <p:spPr/>
        <p:txBody>
          <a:bodyPr/>
          <a:lstStyle/>
          <a:p>
            <a:fld id="{8995CD2E-9ADB-4865-A091-762CCBD0B3A4}" type="datetimeFigureOut">
              <a:rPr lang="en-IN" smtClean="0"/>
              <a:t>12-01-2026</a:t>
            </a:fld>
            <a:endParaRPr lang="en-IN"/>
          </a:p>
        </p:txBody>
      </p:sp>
      <p:sp>
        <p:nvSpPr>
          <p:cNvPr id="6" name="Footer Placeholder 5">
            <a:extLst>
              <a:ext uri="{FF2B5EF4-FFF2-40B4-BE49-F238E27FC236}">
                <a16:creationId xmlns:a16="http://schemas.microsoft.com/office/drawing/2014/main" id="{0FBAE000-14C6-8003-2D1A-5D619BEF04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EABCD4-1A2D-34FF-8B21-6FD92EEEA2F8}"/>
              </a:ext>
            </a:extLst>
          </p:cNvPr>
          <p:cNvSpPr>
            <a:spLocks noGrp="1"/>
          </p:cNvSpPr>
          <p:nvPr>
            <p:ph type="sldNum" sz="quarter" idx="12"/>
          </p:nvPr>
        </p:nvSpPr>
        <p:spPr/>
        <p:txBody>
          <a:bodyPr/>
          <a:lstStyle/>
          <a:p>
            <a:fld id="{2B4F7F27-36A6-43C2-80C6-B1299223B577}" type="slidenum">
              <a:rPr lang="en-IN" smtClean="0"/>
              <a:t>‹#›</a:t>
            </a:fld>
            <a:endParaRPr lang="en-IN"/>
          </a:p>
        </p:txBody>
      </p:sp>
    </p:spTree>
    <p:extLst>
      <p:ext uri="{BB962C8B-B14F-4D97-AF65-F5344CB8AC3E}">
        <p14:creationId xmlns:p14="http://schemas.microsoft.com/office/powerpoint/2010/main" val="1697879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294F8-5A2F-C1F5-A745-B62BACDDDC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E88130-8F82-39D5-DA18-1309E6F0C4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D5D772-5E73-299A-5D13-73AEAF5F8F43}"/>
              </a:ext>
            </a:extLst>
          </p:cNvPr>
          <p:cNvSpPr>
            <a:spLocks noGrp="1"/>
          </p:cNvSpPr>
          <p:nvPr>
            <p:ph type="dt" sz="half" idx="10"/>
          </p:nvPr>
        </p:nvSpPr>
        <p:spPr/>
        <p:txBody>
          <a:bodyPr/>
          <a:lstStyle/>
          <a:p>
            <a:fld id="{8995CD2E-9ADB-4865-A091-762CCBD0B3A4}" type="datetimeFigureOut">
              <a:rPr lang="en-IN" smtClean="0"/>
              <a:t>12-01-2026</a:t>
            </a:fld>
            <a:endParaRPr lang="en-IN"/>
          </a:p>
        </p:txBody>
      </p:sp>
      <p:sp>
        <p:nvSpPr>
          <p:cNvPr id="5" name="Footer Placeholder 4">
            <a:extLst>
              <a:ext uri="{FF2B5EF4-FFF2-40B4-BE49-F238E27FC236}">
                <a16:creationId xmlns:a16="http://schemas.microsoft.com/office/drawing/2014/main" id="{8C874733-6B5F-B998-5495-73ED83B87E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34D459-2FE5-3C1D-34D1-DE09BF4F10E3}"/>
              </a:ext>
            </a:extLst>
          </p:cNvPr>
          <p:cNvSpPr>
            <a:spLocks noGrp="1"/>
          </p:cNvSpPr>
          <p:nvPr>
            <p:ph type="sldNum" sz="quarter" idx="12"/>
          </p:nvPr>
        </p:nvSpPr>
        <p:spPr/>
        <p:txBody>
          <a:bodyPr/>
          <a:lstStyle/>
          <a:p>
            <a:fld id="{2B4F7F27-36A6-43C2-80C6-B1299223B577}" type="slidenum">
              <a:rPr lang="en-IN" smtClean="0"/>
              <a:t>‹#›</a:t>
            </a:fld>
            <a:endParaRPr lang="en-IN"/>
          </a:p>
        </p:txBody>
      </p:sp>
    </p:spTree>
    <p:extLst>
      <p:ext uri="{BB962C8B-B14F-4D97-AF65-F5344CB8AC3E}">
        <p14:creationId xmlns:p14="http://schemas.microsoft.com/office/powerpoint/2010/main" val="3586989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48131A-67E1-9DB0-AA39-11CF50E8CC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BFACFC-BF1B-D6EB-E2DC-BDA439040E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289A4A-0AD2-ACDA-6F83-D106F828A078}"/>
              </a:ext>
            </a:extLst>
          </p:cNvPr>
          <p:cNvSpPr>
            <a:spLocks noGrp="1"/>
          </p:cNvSpPr>
          <p:nvPr>
            <p:ph type="dt" sz="half" idx="10"/>
          </p:nvPr>
        </p:nvSpPr>
        <p:spPr/>
        <p:txBody>
          <a:bodyPr/>
          <a:lstStyle/>
          <a:p>
            <a:fld id="{8995CD2E-9ADB-4865-A091-762CCBD0B3A4}" type="datetimeFigureOut">
              <a:rPr lang="en-IN" smtClean="0"/>
              <a:t>12-01-2026</a:t>
            </a:fld>
            <a:endParaRPr lang="en-IN"/>
          </a:p>
        </p:txBody>
      </p:sp>
      <p:sp>
        <p:nvSpPr>
          <p:cNvPr id="5" name="Footer Placeholder 4">
            <a:extLst>
              <a:ext uri="{FF2B5EF4-FFF2-40B4-BE49-F238E27FC236}">
                <a16:creationId xmlns:a16="http://schemas.microsoft.com/office/drawing/2014/main" id="{0DA2427C-5E6B-441B-FC04-AA9C5ABC69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7F3C20-31F8-4265-DE59-569273F12352}"/>
              </a:ext>
            </a:extLst>
          </p:cNvPr>
          <p:cNvSpPr>
            <a:spLocks noGrp="1"/>
          </p:cNvSpPr>
          <p:nvPr>
            <p:ph type="sldNum" sz="quarter" idx="12"/>
          </p:nvPr>
        </p:nvSpPr>
        <p:spPr/>
        <p:txBody>
          <a:bodyPr/>
          <a:lstStyle/>
          <a:p>
            <a:fld id="{2B4F7F27-36A6-43C2-80C6-B1299223B577}" type="slidenum">
              <a:rPr lang="en-IN" smtClean="0"/>
              <a:t>‹#›</a:t>
            </a:fld>
            <a:endParaRPr lang="en-IN"/>
          </a:p>
        </p:txBody>
      </p:sp>
    </p:spTree>
    <p:extLst>
      <p:ext uri="{BB962C8B-B14F-4D97-AF65-F5344CB8AC3E}">
        <p14:creationId xmlns:p14="http://schemas.microsoft.com/office/powerpoint/2010/main" val="3611606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57B721-46C8-33A3-B672-C047636587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57FAC5-6434-7941-733B-7C6AC106DE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C518DD-B214-CB30-9A04-19DBB517E2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95CD2E-9ADB-4865-A091-762CCBD0B3A4}" type="datetimeFigureOut">
              <a:rPr lang="en-IN" smtClean="0"/>
              <a:t>12-01-2026</a:t>
            </a:fld>
            <a:endParaRPr lang="en-IN"/>
          </a:p>
        </p:txBody>
      </p:sp>
      <p:sp>
        <p:nvSpPr>
          <p:cNvPr id="5" name="Footer Placeholder 4">
            <a:extLst>
              <a:ext uri="{FF2B5EF4-FFF2-40B4-BE49-F238E27FC236}">
                <a16:creationId xmlns:a16="http://schemas.microsoft.com/office/drawing/2014/main" id="{7E7C0B39-D752-3672-D20B-A45B277168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DC52626-F612-12E1-E33D-2BC785ADAD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4F7F27-36A6-43C2-80C6-B1299223B577}" type="slidenum">
              <a:rPr lang="en-IN" smtClean="0"/>
              <a:t>‹#›</a:t>
            </a:fld>
            <a:endParaRPr lang="en-IN"/>
          </a:p>
        </p:txBody>
      </p:sp>
    </p:spTree>
    <p:extLst>
      <p:ext uri="{BB962C8B-B14F-4D97-AF65-F5344CB8AC3E}">
        <p14:creationId xmlns:p14="http://schemas.microsoft.com/office/powerpoint/2010/main" val="2402465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790BE2-4E4F-4AAF-81A2-4A6F4885EBE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8B54C3-B57B-472A-B96E-1FCB67093DC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DB3C429-F8DA-49B9-AF84-21996FCF78B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9F21849-B760-33A2-4507-AAD041B28078}"/>
              </a:ext>
            </a:extLst>
          </p:cNvPr>
          <p:cNvSpPr>
            <a:spLocks noGrp="1"/>
          </p:cNvSpPr>
          <p:nvPr>
            <p:ph type="ctrTitle"/>
          </p:nvPr>
        </p:nvSpPr>
        <p:spPr>
          <a:xfrm>
            <a:off x="1145136" y="1028700"/>
            <a:ext cx="9947305" cy="1090657"/>
          </a:xfrm>
        </p:spPr>
        <p:txBody>
          <a:bodyPr>
            <a:normAutofit/>
          </a:bodyPr>
          <a:lstStyle/>
          <a:p>
            <a:r>
              <a:rPr lang="en-US" sz="4800">
                <a:solidFill>
                  <a:srgbClr val="FFFFFF"/>
                </a:solidFill>
              </a:rPr>
              <a:t>CHATBOT USING RAG MODEL</a:t>
            </a:r>
            <a:endParaRPr lang="en-IN" sz="4800">
              <a:solidFill>
                <a:srgbClr val="FFFFFF"/>
              </a:solidFill>
            </a:endParaRPr>
          </a:p>
        </p:txBody>
      </p:sp>
      <p:sp>
        <p:nvSpPr>
          <p:cNvPr id="3" name="Subtitle 2">
            <a:extLst>
              <a:ext uri="{FF2B5EF4-FFF2-40B4-BE49-F238E27FC236}">
                <a16:creationId xmlns:a16="http://schemas.microsoft.com/office/drawing/2014/main" id="{8F4B1C27-DA5E-8487-3334-6E26AF3E4069}"/>
              </a:ext>
            </a:extLst>
          </p:cNvPr>
          <p:cNvSpPr>
            <a:spLocks noGrp="1"/>
          </p:cNvSpPr>
          <p:nvPr>
            <p:ph type="subTitle" idx="1"/>
          </p:nvPr>
        </p:nvSpPr>
        <p:spPr>
          <a:xfrm>
            <a:off x="1524000" y="2214188"/>
            <a:ext cx="9144000" cy="492440"/>
          </a:xfrm>
        </p:spPr>
        <p:txBody>
          <a:bodyPr>
            <a:normAutofit/>
          </a:bodyPr>
          <a:lstStyle/>
          <a:p>
            <a:endParaRPr lang="en-IN" sz="2000">
              <a:solidFill>
                <a:srgbClr val="FFFFFF"/>
              </a:solidFill>
            </a:endParaRPr>
          </a:p>
        </p:txBody>
      </p:sp>
      <p:sp>
        <p:nvSpPr>
          <p:cNvPr id="18" name="Freeform: Shape 17">
            <a:extLst>
              <a:ext uri="{FF2B5EF4-FFF2-40B4-BE49-F238E27FC236}">
                <a16:creationId xmlns:a16="http://schemas.microsoft.com/office/drawing/2014/main" id="{32B3ACB3-D689-442E-8A40-8680B0FEB8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ue head with white text&#10;&#10;AI-generated content may be incorrect.">
            <a:extLst>
              <a:ext uri="{FF2B5EF4-FFF2-40B4-BE49-F238E27FC236}">
                <a16:creationId xmlns:a16="http://schemas.microsoft.com/office/drawing/2014/main" id="{4521A536-7B7E-7A41-7365-5C5ACF7094D8}"/>
              </a:ext>
            </a:extLst>
          </p:cNvPr>
          <p:cNvPicPr>
            <a:picLocks noChangeAspect="1"/>
          </p:cNvPicPr>
          <p:nvPr/>
        </p:nvPicPr>
        <p:blipFill>
          <a:blip r:embed="rId2">
            <a:extLst>
              <a:ext uri="{28A0092B-C50C-407E-A947-70E740481C1C}">
                <a14:useLocalDpi xmlns:a14="http://schemas.microsoft.com/office/drawing/2010/main" val="0"/>
              </a:ext>
            </a:extLst>
          </a:blip>
          <a:srcRect t="5613" r="-1" b="11121"/>
          <a:stretch/>
        </p:blipFill>
        <p:spPr>
          <a:xfrm>
            <a:off x="2359009" y="3351745"/>
            <a:ext cx="7519558" cy="3506255"/>
          </a:xfrm>
          <a:custGeom>
            <a:avLst/>
            <a:gdLst/>
            <a:ahLst/>
            <a:cxnLst/>
            <a:rect l="l" t="t" r="r" b="b"/>
            <a:pathLst>
              <a:path w="7519558" h="3506255">
                <a:moveTo>
                  <a:pt x="3759779" y="0"/>
                </a:moveTo>
                <a:cubicBezTo>
                  <a:pt x="5713450" y="0"/>
                  <a:pt x="7320331" y="1484777"/>
                  <a:pt x="7513560" y="3387468"/>
                </a:cubicBezTo>
                <a:lnTo>
                  <a:pt x="7519558" y="3506255"/>
                </a:lnTo>
                <a:lnTo>
                  <a:pt x="0" y="3506255"/>
                </a:lnTo>
                <a:lnTo>
                  <a:pt x="5998" y="3387468"/>
                </a:lnTo>
                <a:cubicBezTo>
                  <a:pt x="199227" y="1484777"/>
                  <a:pt x="1806109" y="0"/>
                  <a:pt x="3759779" y="0"/>
                </a:cubicBezTo>
                <a:close/>
              </a:path>
            </a:pathLst>
          </a:custGeom>
        </p:spPr>
      </p:pic>
    </p:spTree>
    <p:extLst>
      <p:ext uri="{BB962C8B-B14F-4D97-AF65-F5344CB8AC3E}">
        <p14:creationId xmlns:p14="http://schemas.microsoft.com/office/powerpoint/2010/main" val="415503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EDE6C2-6A63-DB53-0512-1CE39A8DB64A}"/>
              </a:ext>
            </a:extLst>
          </p:cNvPr>
          <p:cNvPicPr>
            <a:picLocks noChangeAspect="1"/>
          </p:cNvPicPr>
          <p:nvPr/>
        </p:nvPicPr>
        <p:blipFill>
          <a:blip r:embed="rId2">
            <a:duotone>
              <a:schemeClr val="bg2">
                <a:shade val="45000"/>
                <a:satMod val="135000"/>
              </a:schemeClr>
              <a:prstClr val="white"/>
            </a:duotone>
          </a:blip>
          <a:src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AE68B3-2AA7-2543-0F2E-63E8BCF03752}"/>
              </a:ext>
            </a:extLst>
          </p:cNvPr>
          <p:cNvSpPr>
            <a:spLocks noGrp="1"/>
          </p:cNvSpPr>
          <p:nvPr>
            <p:ph type="title"/>
          </p:nvPr>
        </p:nvSpPr>
        <p:spPr>
          <a:xfrm>
            <a:off x="838200" y="365125"/>
            <a:ext cx="10515600" cy="1325563"/>
          </a:xfrm>
        </p:spPr>
        <p:txBody>
          <a:bodyPr>
            <a:normAutofit/>
          </a:bodyPr>
          <a:lstStyle/>
          <a:p>
            <a:r>
              <a:rPr lang="en-US" dirty="0"/>
              <a:t>OVERVIEWOF PRESENTATION </a:t>
            </a:r>
            <a:endParaRPr lang="en-IN"/>
          </a:p>
        </p:txBody>
      </p:sp>
      <p:graphicFrame>
        <p:nvGraphicFramePr>
          <p:cNvPr id="5" name="Content Placeholder 2">
            <a:extLst>
              <a:ext uri="{FF2B5EF4-FFF2-40B4-BE49-F238E27FC236}">
                <a16:creationId xmlns:a16="http://schemas.microsoft.com/office/drawing/2014/main" id="{815647DD-70B2-74A1-1303-D52CCA760E09}"/>
              </a:ext>
            </a:extLst>
          </p:cNvPr>
          <p:cNvGraphicFramePr>
            <a:graphicFrameLocks noGrp="1"/>
          </p:cNvGraphicFramePr>
          <p:nvPr>
            <p:ph idx="1"/>
            <p:extLst>
              <p:ext uri="{D42A27DB-BD31-4B8C-83A1-F6EECF244321}">
                <p14:modId xmlns:p14="http://schemas.microsoft.com/office/powerpoint/2010/main" val="42469821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9654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E145E-9956-F81F-8F53-2D0D63644A8B}"/>
              </a:ext>
            </a:extLst>
          </p:cNvPr>
          <p:cNvSpPr>
            <a:spLocks noGrp="1"/>
          </p:cNvSpPr>
          <p:nvPr>
            <p:ph type="title"/>
          </p:nvPr>
        </p:nvSpPr>
        <p:spPr>
          <a:xfrm>
            <a:off x="5868557" y="1138036"/>
            <a:ext cx="5444382" cy="1402470"/>
          </a:xfrm>
        </p:spPr>
        <p:txBody>
          <a:bodyPr anchor="t">
            <a:normAutofit/>
          </a:bodyPr>
          <a:lstStyle/>
          <a:p>
            <a:r>
              <a:rPr lang="en-US" sz="3200" dirty="0"/>
              <a:t>INTRODUCTION</a:t>
            </a:r>
            <a:endParaRPr lang="en-IN" sz="3200" dirty="0"/>
          </a:p>
        </p:txBody>
      </p:sp>
      <p:pic>
        <p:nvPicPr>
          <p:cNvPr id="5" name="Picture 4" descr="A robot with a face">
            <a:extLst>
              <a:ext uri="{FF2B5EF4-FFF2-40B4-BE49-F238E27FC236}">
                <a16:creationId xmlns:a16="http://schemas.microsoft.com/office/drawing/2014/main" id="{7E6F12A9-3AA7-C5E5-E578-2CE8B58583F1}"/>
              </a:ext>
            </a:extLst>
          </p:cNvPr>
          <p:cNvPicPr>
            <a:picLocks noChangeAspect="1"/>
          </p:cNvPicPr>
          <p:nvPr/>
        </p:nvPicPr>
        <p:blipFill>
          <a:blip r:embed="rId2"/>
          <a:srcRect l="45149" r="2273" b="1"/>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2BCB70A-8B5D-F7AD-4B82-454E2F93C5F5}"/>
              </a:ext>
            </a:extLst>
          </p:cNvPr>
          <p:cNvSpPr>
            <a:spLocks noGrp="1"/>
          </p:cNvSpPr>
          <p:nvPr>
            <p:ph idx="1"/>
          </p:nvPr>
        </p:nvSpPr>
        <p:spPr>
          <a:xfrm>
            <a:off x="5868557" y="2551176"/>
            <a:ext cx="5444382" cy="3591207"/>
          </a:xfrm>
        </p:spPr>
        <p:txBody>
          <a:bodyPr>
            <a:normAutofit fontScale="92500"/>
          </a:bodyPr>
          <a:lstStyle/>
          <a:p>
            <a:pPr>
              <a:buNone/>
            </a:pPr>
            <a:r>
              <a:rPr lang="en-US" sz="1400"/>
              <a:t>In recent years, conversational AI has evolved rapidly, enabling more intelligent and context-aware chatbot systems. Traditional chatbots often rely solely on generative language models, which may produce fluent but factually inaccurate responses, especially when queried about specific or dynamic information. To address this challenge, </a:t>
            </a:r>
            <a:r>
              <a:rPr lang="en-US" sz="1400" b="1"/>
              <a:t>Retrieval-Augmented Generation (RAG)</a:t>
            </a:r>
            <a:r>
              <a:rPr lang="en-US" sz="1400"/>
              <a:t> has emerged as a powerful hybrid approach that combines the strengths of information retrieval and natural language generation.</a:t>
            </a:r>
          </a:p>
          <a:p>
            <a:r>
              <a:rPr lang="en-US" sz="1400"/>
              <a:t>This project explores the development of a </a:t>
            </a:r>
            <a:r>
              <a:rPr lang="en-US" sz="1400" b="1"/>
              <a:t>chatbot leveraging the RAG architecture</a:t>
            </a:r>
            <a:r>
              <a:rPr lang="en-US" sz="1400"/>
              <a:t>, which dynamically retrieves relevant documents from a knowledge base and integrates that information into generated responses. By grounding the generation process in real, retrieved data, the chatbot enhances both accuracy and contextual relevance.</a:t>
            </a:r>
          </a:p>
          <a:p>
            <a:endParaRPr lang="en-IN" sz="1400"/>
          </a:p>
        </p:txBody>
      </p:sp>
    </p:spTree>
    <p:extLst>
      <p:ext uri="{BB962C8B-B14F-4D97-AF65-F5344CB8AC3E}">
        <p14:creationId xmlns:p14="http://schemas.microsoft.com/office/powerpoint/2010/main" val="3018373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0F4EC24-E7E8-7098-8B5A-0FE0DBE8D3F1}"/>
              </a:ext>
            </a:extLst>
          </p:cNvPr>
          <p:cNvPicPr>
            <a:picLocks noChangeAspect="1"/>
          </p:cNvPicPr>
          <p:nvPr/>
        </p:nvPicPr>
        <p:blipFill>
          <a:blip r:embed="rId2">
            <a:duotone>
              <a:schemeClr val="bg2">
                <a:shade val="45000"/>
                <a:satMod val="135000"/>
              </a:schemeClr>
              <a:prstClr val="white"/>
            </a:duotone>
          </a:blip>
          <a:srcRect t="12420" b="3310"/>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9B26F2-8A0E-2BD3-DC08-A1AAED5312C1}"/>
              </a:ext>
            </a:extLst>
          </p:cNvPr>
          <p:cNvSpPr>
            <a:spLocks noGrp="1"/>
          </p:cNvSpPr>
          <p:nvPr>
            <p:ph type="title"/>
          </p:nvPr>
        </p:nvSpPr>
        <p:spPr>
          <a:xfrm>
            <a:off x="838200" y="365125"/>
            <a:ext cx="10515600" cy="1325563"/>
          </a:xfrm>
        </p:spPr>
        <p:txBody>
          <a:bodyPr>
            <a:normAutofit/>
          </a:bodyPr>
          <a:lstStyle/>
          <a:p>
            <a:r>
              <a:rPr lang="en-US" dirty="0"/>
              <a:t>ABSTRACT</a:t>
            </a:r>
            <a:endParaRPr lang="en-IN"/>
          </a:p>
        </p:txBody>
      </p:sp>
      <p:graphicFrame>
        <p:nvGraphicFramePr>
          <p:cNvPr id="5" name="Content Placeholder 2">
            <a:extLst>
              <a:ext uri="{FF2B5EF4-FFF2-40B4-BE49-F238E27FC236}">
                <a16:creationId xmlns:a16="http://schemas.microsoft.com/office/drawing/2014/main" id="{8E882823-EC64-9351-F796-1BD4FBBBA94F}"/>
              </a:ext>
            </a:extLst>
          </p:cNvPr>
          <p:cNvGraphicFramePr>
            <a:graphicFrameLocks noGrp="1"/>
          </p:cNvGraphicFramePr>
          <p:nvPr>
            <p:ph idx="1"/>
            <p:extLst>
              <p:ext uri="{D42A27DB-BD31-4B8C-83A1-F6EECF244321}">
                <p14:modId xmlns:p14="http://schemas.microsoft.com/office/powerpoint/2010/main" val="272707123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91015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8C51E-78E7-08F3-B80B-D938BFA612CC}"/>
              </a:ext>
            </a:extLst>
          </p:cNvPr>
          <p:cNvSpPr>
            <a:spLocks noGrp="1"/>
          </p:cNvSpPr>
          <p:nvPr>
            <p:ph type="title"/>
          </p:nvPr>
        </p:nvSpPr>
        <p:spPr/>
        <p:txBody>
          <a:bodyPr/>
          <a:lstStyle/>
          <a:p>
            <a:pPr algn="ctr"/>
            <a:r>
              <a:rPr lang="en-US"/>
              <a:t>ENHANCING DOCUMENT INTERACTION</a:t>
            </a:r>
            <a:endParaRPr lang="en-IN" dirty="0"/>
          </a:p>
        </p:txBody>
      </p:sp>
      <p:graphicFrame>
        <p:nvGraphicFramePr>
          <p:cNvPr id="12" name="Content Placeholder 2">
            <a:extLst>
              <a:ext uri="{FF2B5EF4-FFF2-40B4-BE49-F238E27FC236}">
                <a16:creationId xmlns:a16="http://schemas.microsoft.com/office/drawing/2014/main" id="{D43196E3-0982-53D4-E5E7-6BC2D3F1F45A}"/>
              </a:ext>
            </a:extLst>
          </p:cNvPr>
          <p:cNvGraphicFramePr>
            <a:graphicFrameLocks noGrp="1"/>
          </p:cNvGraphicFramePr>
          <p:nvPr>
            <p:ph idx="1"/>
            <p:extLst>
              <p:ext uri="{D42A27DB-BD31-4B8C-83A1-F6EECF244321}">
                <p14:modId xmlns:p14="http://schemas.microsoft.com/office/powerpoint/2010/main" val="25136249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9162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CB0985D-BFD4-78BE-7A37-E68D7DFF7A40}"/>
              </a:ext>
            </a:extLst>
          </p:cNvPr>
          <p:cNvPicPr>
            <a:picLocks noChangeAspect="1"/>
          </p:cNvPicPr>
          <p:nvPr/>
        </p:nvPicPr>
        <p:blipFill>
          <a:blip r:embed="rId2">
            <a:duotone>
              <a:schemeClr val="bg2">
                <a:shade val="45000"/>
                <a:satMod val="135000"/>
              </a:schemeClr>
              <a:prstClr val="white"/>
            </a:duotone>
          </a:blip>
          <a:srcRect t="3859" b="11872"/>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CDBA31-64F0-593D-8A5A-BDDFC76F6EBF}"/>
              </a:ext>
            </a:extLst>
          </p:cNvPr>
          <p:cNvSpPr>
            <a:spLocks noGrp="1"/>
          </p:cNvSpPr>
          <p:nvPr>
            <p:ph type="title"/>
          </p:nvPr>
        </p:nvSpPr>
        <p:spPr>
          <a:xfrm>
            <a:off x="838200" y="365125"/>
            <a:ext cx="10515600" cy="1325563"/>
          </a:xfrm>
        </p:spPr>
        <p:txBody>
          <a:bodyPr>
            <a:normAutofit/>
          </a:bodyPr>
          <a:lstStyle/>
          <a:p>
            <a:r>
              <a:rPr lang="en-US"/>
              <a:t>PROBLEM STATEMENT </a:t>
            </a:r>
            <a:endParaRPr lang="en-IN"/>
          </a:p>
        </p:txBody>
      </p:sp>
      <p:graphicFrame>
        <p:nvGraphicFramePr>
          <p:cNvPr id="13" name="Content Placeholder 2">
            <a:extLst>
              <a:ext uri="{FF2B5EF4-FFF2-40B4-BE49-F238E27FC236}">
                <a16:creationId xmlns:a16="http://schemas.microsoft.com/office/drawing/2014/main" id="{C5006B75-5CC8-C11D-C649-593231005B89}"/>
              </a:ext>
            </a:extLst>
          </p:cNvPr>
          <p:cNvGraphicFramePr>
            <a:graphicFrameLocks noGrp="1"/>
          </p:cNvGraphicFramePr>
          <p:nvPr>
            <p:ph idx="1"/>
            <p:extLst>
              <p:ext uri="{D42A27DB-BD31-4B8C-83A1-F6EECF244321}">
                <p14:modId xmlns:p14="http://schemas.microsoft.com/office/powerpoint/2010/main" val="212327574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90975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593C8A6-5337-A2DB-132A-3EB47405F8BC}"/>
              </a:ext>
            </a:extLst>
          </p:cNvPr>
          <p:cNvPicPr>
            <a:picLocks noChangeAspect="1"/>
          </p:cNvPicPr>
          <p:nvPr/>
        </p:nvPicPr>
        <p:blipFill>
          <a:blip r:embed="rId2">
            <a:alphaModFix amt="35000"/>
          </a:blip>
          <a:srcRect b="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DEB9EB4B-9CDB-F240-5AB6-061704ECE4F3}"/>
              </a:ext>
            </a:extLst>
          </p:cNvPr>
          <p:cNvSpPr>
            <a:spLocks noGrp="1"/>
          </p:cNvSpPr>
          <p:nvPr>
            <p:ph type="title"/>
          </p:nvPr>
        </p:nvSpPr>
        <p:spPr>
          <a:xfrm>
            <a:off x="838200" y="365125"/>
            <a:ext cx="10515600" cy="1325563"/>
          </a:xfrm>
        </p:spPr>
        <p:txBody>
          <a:bodyPr>
            <a:normAutofit/>
          </a:bodyPr>
          <a:lstStyle/>
          <a:p>
            <a:r>
              <a:rPr lang="en-US">
                <a:solidFill>
                  <a:srgbClr val="FFFFFF"/>
                </a:solidFill>
              </a:rPr>
              <a:t>How RAG Model Solves the Problem</a:t>
            </a:r>
            <a:endParaRPr lang="en-IN">
              <a:solidFill>
                <a:srgbClr val="FFFFFF"/>
              </a:solidFill>
            </a:endParaRPr>
          </a:p>
        </p:txBody>
      </p:sp>
      <p:graphicFrame>
        <p:nvGraphicFramePr>
          <p:cNvPr id="8" name="Content Placeholder 2">
            <a:extLst>
              <a:ext uri="{FF2B5EF4-FFF2-40B4-BE49-F238E27FC236}">
                <a16:creationId xmlns:a16="http://schemas.microsoft.com/office/drawing/2014/main" id="{1E522444-CCA4-2116-5DE9-4429A4F6CFD5}"/>
              </a:ext>
            </a:extLst>
          </p:cNvPr>
          <p:cNvGraphicFramePr>
            <a:graphicFrameLocks noGrp="1"/>
          </p:cNvGraphicFramePr>
          <p:nvPr>
            <p:ph idx="1"/>
            <p:extLst>
              <p:ext uri="{D42A27DB-BD31-4B8C-83A1-F6EECF244321}">
                <p14:modId xmlns:p14="http://schemas.microsoft.com/office/powerpoint/2010/main" val="144455093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185280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5E6CFF1-2F42-4E10-9A97-F116F46F53F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rawings on colorful paper">
            <a:extLst>
              <a:ext uri="{FF2B5EF4-FFF2-40B4-BE49-F238E27FC236}">
                <a16:creationId xmlns:a16="http://schemas.microsoft.com/office/drawing/2014/main" id="{71FCC1C4-757C-6C67-AFE5-EBFED29A83DF}"/>
              </a:ext>
            </a:extLst>
          </p:cNvPr>
          <p:cNvPicPr>
            <a:picLocks noChangeAspect="1"/>
          </p:cNvPicPr>
          <p:nvPr/>
        </p:nvPicPr>
        <p:blipFill>
          <a:blip r:embed="rId2">
            <a:alphaModFix amt="35000"/>
          </a:blip>
          <a:srcRect b="15730"/>
          <a:stretch/>
        </p:blipFill>
        <p:spPr>
          <a:xfrm>
            <a:off x="20" y="1"/>
            <a:ext cx="12191980" cy="6857999"/>
          </a:xfrm>
          <a:prstGeom prst="rect">
            <a:avLst/>
          </a:prstGeom>
        </p:spPr>
      </p:pic>
      <p:sp>
        <p:nvSpPr>
          <p:cNvPr id="2" name="Title 1">
            <a:extLst>
              <a:ext uri="{FF2B5EF4-FFF2-40B4-BE49-F238E27FC236}">
                <a16:creationId xmlns:a16="http://schemas.microsoft.com/office/drawing/2014/main" id="{EADB2D7C-06EB-C01F-ADAC-C5FD50E46A32}"/>
              </a:ext>
            </a:extLst>
          </p:cNvPr>
          <p:cNvSpPr>
            <a:spLocks noGrp="1"/>
          </p:cNvSpPr>
          <p:nvPr>
            <p:ph type="title"/>
          </p:nvPr>
        </p:nvSpPr>
        <p:spPr>
          <a:xfrm>
            <a:off x="838199" y="1065862"/>
            <a:ext cx="9147999" cy="450117"/>
          </a:xfrm>
        </p:spPr>
        <p:txBody>
          <a:bodyPr>
            <a:normAutofit fontScale="90000"/>
          </a:bodyPr>
          <a:lstStyle/>
          <a:p>
            <a:pPr algn="r"/>
            <a:r>
              <a:rPr lang="en-US" sz="8000" dirty="0">
                <a:ln w="22225">
                  <a:solidFill>
                    <a:srgbClr val="FFFFFF"/>
                  </a:solidFill>
                </a:ln>
                <a:noFill/>
              </a:rPr>
              <a:t>ESSENTIAL CONCEPTS OF OUR PROJECT</a:t>
            </a:r>
            <a:endParaRPr lang="en-IN" sz="8000" dirty="0">
              <a:ln w="22225">
                <a:solidFill>
                  <a:srgbClr val="FFFFFF"/>
                </a:solidFill>
              </a:ln>
              <a:noFill/>
            </a:endParaRPr>
          </a:p>
        </p:txBody>
      </p:sp>
      <p:cxnSp>
        <p:nvCxnSpPr>
          <p:cNvPr id="11" name="Straight Connector 10">
            <a:extLst>
              <a:ext uri="{FF2B5EF4-FFF2-40B4-BE49-F238E27FC236}">
                <a16:creationId xmlns:a16="http://schemas.microsoft.com/office/drawing/2014/main" id="{96A8629B-8289-498B-939B-1CA0C106182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9C65EA3-3591-4901-B7ED-37E79F2A31B1}"/>
              </a:ext>
            </a:extLst>
          </p:cNvPr>
          <p:cNvSpPr>
            <a:spLocks noGrp="1"/>
          </p:cNvSpPr>
          <p:nvPr>
            <p:ph idx="1"/>
          </p:nvPr>
        </p:nvSpPr>
        <p:spPr>
          <a:xfrm>
            <a:off x="1407702" y="5342020"/>
            <a:ext cx="9986941" cy="450117"/>
          </a:xfrm>
        </p:spPr>
        <p:txBody>
          <a:bodyPr anchor="ctr">
            <a:noAutofit/>
          </a:bodyPr>
          <a:lstStyle/>
          <a:p>
            <a:r>
              <a:rPr lang="en-IN" sz="1800" b="1" i="0" dirty="0">
                <a:solidFill>
                  <a:srgbClr val="FFFFFF"/>
                </a:solidFill>
                <a:effectLst/>
                <a:latin typeface="PT Sans" panose="020F0502020204030204" pitchFamily="34" charset="0"/>
              </a:rPr>
              <a:t>Retrieval Augmented Generation (RAG)-</a:t>
            </a:r>
            <a:r>
              <a:rPr lang="en-US" sz="1800" b="0" i="0" dirty="0">
                <a:solidFill>
                  <a:srgbClr val="FFFFFF"/>
                </a:solidFill>
                <a:effectLst/>
                <a:latin typeface="PT Sans" panose="020B0503020203020204" pitchFamily="34" charset="0"/>
              </a:rPr>
              <a:t>RAG combines retrieval and generation for accurate, up-to-date responses.</a:t>
            </a:r>
          </a:p>
          <a:p>
            <a:endParaRPr lang="en-US" sz="1800" b="0" i="0" dirty="0">
              <a:solidFill>
                <a:srgbClr val="FFFFFF"/>
              </a:solidFill>
              <a:effectLst/>
              <a:latin typeface="PT Sans" panose="020B0503020203020204" pitchFamily="34" charset="0"/>
            </a:endParaRPr>
          </a:p>
          <a:p>
            <a:r>
              <a:rPr lang="en-IN" sz="1800" b="1" i="0" dirty="0">
                <a:solidFill>
                  <a:srgbClr val="FFFFFF"/>
                </a:solidFill>
                <a:effectLst/>
                <a:latin typeface="PT Sans" panose="020B0503020203020204" pitchFamily="34" charset="0"/>
              </a:rPr>
              <a:t>Retrieval Component-</a:t>
            </a:r>
            <a:r>
              <a:rPr lang="en-IN" sz="1800" b="0" i="0" dirty="0">
                <a:solidFill>
                  <a:srgbClr val="FFFFFF"/>
                </a:solidFill>
                <a:effectLst/>
                <a:latin typeface="PT Sans" panose="020B0503020203020204" pitchFamily="34" charset="0"/>
              </a:rPr>
              <a:t>Indexes and retrieves relevant information from PDF documents based on queries.</a:t>
            </a:r>
          </a:p>
          <a:p>
            <a:pPr marL="0" indent="0">
              <a:buNone/>
            </a:pPr>
            <a:endParaRPr lang="en-IN" sz="1800" b="0" i="0" dirty="0">
              <a:solidFill>
                <a:srgbClr val="FFFFFF"/>
              </a:solidFill>
              <a:effectLst/>
              <a:latin typeface="PT Sans" panose="020B0503020203020204" pitchFamily="34" charset="0"/>
            </a:endParaRPr>
          </a:p>
          <a:p>
            <a:r>
              <a:rPr lang="en-IN" sz="1800" b="1" i="0" dirty="0">
                <a:solidFill>
                  <a:srgbClr val="FFFFFF"/>
                </a:solidFill>
                <a:effectLst/>
                <a:latin typeface="PT Sans" panose="020B0503020203020204" pitchFamily="34" charset="0"/>
              </a:rPr>
              <a:t>Generation Component-</a:t>
            </a:r>
            <a:r>
              <a:rPr lang="en-US" sz="1800" b="0" i="0" dirty="0">
                <a:solidFill>
                  <a:srgbClr val="FFFFFF"/>
                </a:solidFill>
                <a:effectLst/>
                <a:latin typeface="PT Sans" panose="020B0503020203020204" pitchFamily="34" charset="0"/>
              </a:rPr>
              <a:t>Generates coherent responses using the retrieved information for user queries.</a:t>
            </a:r>
          </a:p>
          <a:p>
            <a:endParaRPr lang="en-US" sz="1800" b="0" i="0" dirty="0">
              <a:solidFill>
                <a:srgbClr val="FFFFFF"/>
              </a:solidFill>
              <a:effectLst/>
              <a:latin typeface="PT Sans" panose="020B0503020203020204" pitchFamily="34" charset="0"/>
            </a:endParaRPr>
          </a:p>
          <a:p>
            <a:r>
              <a:rPr lang="en-IN" sz="1800" b="1" i="0" dirty="0">
                <a:solidFill>
                  <a:srgbClr val="FFFFFF"/>
                </a:solidFill>
                <a:effectLst/>
                <a:latin typeface="PT Sans" panose="020B0503020203020204" pitchFamily="34" charset="0"/>
              </a:rPr>
              <a:t>Vector Embeddings-</a:t>
            </a:r>
            <a:r>
              <a:rPr lang="en-US" sz="1800" b="0" i="0" dirty="0">
                <a:solidFill>
                  <a:srgbClr val="FFFFFF"/>
                </a:solidFill>
                <a:effectLst/>
                <a:latin typeface="PT Sans" panose="020B0503020203020204" pitchFamily="34" charset="0"/>
              </a:rPr>
              <a:t>Numerical text representations capturing semantic meaning in high-dimensional space.</a:t>
            </a:r>
          </a:p>
          <a:p>
            <a:endParaRPr lang="en-US" sz="1800" b="0" i="0" dirty="0">
              <a:solidFill>
                <a:srgbClr val="FFFFFF"/>
              </a:solidFill>
              <a:effectLst/>
              <a:latin typeface="PT Sans" panose="020B0503020203020204" pitchFamily="34" charset="0"/>
            </a:endParaRPr>
          </a:p>
          <a:p>
            <a:r>
              <a:rPr lang="en-IN" sz="1800" b="1" i="0" dirty="0">
                <a:solidFill>
                  <a:srgbClr val="FFFFFF"/>
                </a:solidFill>
                <a:effectLst/>
                <a:latin typeface="PT Sans" panose="020B0503020203020204" pitchFamily="34" charset="0"/>
              </a:rPr>
              <a:t>FAISS Indexing-</a:t>
            </a:r>
            <a:r>
              <a:rPr lang="en-US" sz="1800" b="0" i="0" dirty="0">
                <a:solidFill>
                  <a:srgbClr val="FFFFFF"/>
                </a:solidFill>
                <a:effectLst/>
                <a:latin typeface="PT Sans" panose="020B0503020203020204" pitchFamily="34" charset="0"/>
              </a:rPr>
              <a:t>Infrastructure for efficient similarity search and clustering of dense vectors.</a:t>
            </a:r>
          </a:p>
          <a:p>
            <a:endParaRPr lang="en-US" sz="1800" b="0" i="0" dirty="0">
              <a:solidFill>
                <a:srgbClr val="FFFFFF"/>
              </a:solidFill>
              <a:effectLst/>
              <a:latin typeface="PT Sans" panose="020B0503020203020204" pitchFamily="34" charset="0"/>
            </a:endParaRPr>
          </a:p>
          <a:p>
            <a:r>
              <a:rPr lang="en-IN" sz="1800" b="1" i="0" dirty="0">
                <a:solidFill>
                  <a:srgbClr val="FFFFFF"/>
                </a:solidFill>
                <a:effectLst/>
                <a:latin typeface="PT Sans" panose="020B0503020203020204" pitchFamily="34" charset="0"/>
              </a:rPr>
              <a:t>Large Language Models (LLMs)-</a:t>
            </a:r>
            <a:r>
              <a:rPr lang="en-US" sz="1800" b="0" i="0" dirty="0">
                <a:solidFill>
                  <a:srgbClr val="FFFFFF"/>
                </a:solidFill>
                <a:effectLst/>
                <a:latin typeface="PT Sans" panose="020B0503020203020204" pitchFamily="34" charset="0"/>
              </a:rPr>
              <a:t>LLMs synthesize information and generate coherent responses from retrieved passages.</a:t>
            </a:r>
          </a:p>
          <a:p>
            <a:endParaRPr lang="en-IN" sz="1800" b="0" i="0" dirty="0">
              <a:solidFill>
                <a:srgbClr val="FFFFFF"/>
              </a:solidFill>
              <a:effectLst/>
              <a:latin typeface="PT Sans" panose="020B0503020203020204" pitchFamily="34" charset="0"/>
            </a:endParaRPr>
          </a:p>
          <a:p>
            <a:pPr>
              <a:buNone/>
            </a:pPr>
            <a:r>
              <a:rPr lang="en-IN" sz="1800" b="0" i="0" dirty="0">
                <a:solidFill>
                  <a:srgbClr val="FFFFFF"/>
                </a:solidFill>
                <a:effectLst/>
                <a:latin typeface="Poppins" panose="020B0502040204020203" pitchFamily="2" charset="0"/>
              </a:rPr>
              <a:t/>
            </a:r>
            <a:br>
              <a:rPr lang="en-IN" sz="1800" b="0" i="0" dirty="0">
                <a:solidFill>
                  <a:srgbClr val="FFFFFF"/>
                </a:solidFill>
                <a:effectLst/>
                <a:latin typeface="Poppins" panose="020B0502040204020203" pitchFamily="2" charset="0"/>
              </a:rPr>
            </a:br>
            <a:endParaRPr lang="en-IN" sz="1800" dirty="0">
              <a:solidFill>
                <a:srgbClr val="FFFFFF"/>
              </a:solidFill>
            </a:endParaRPr>
          </a:p>
        </p:txBody>
      </p:sp>
    </p:spTree>
    <p:extLst>
      <p:ext uri="{BB962C8B-B14F-4D97-AF65-F5344CB8AC3E}">
        <p14:creationId xmlns:p14="http://schemas.microsoft.com/office/powerpoint/2010/main" val="345932587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688E73-49B9-4052-A836-D248C825D70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B6AEE0C-07FE-4154-BC7C-2F20530BC55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Computer script on a screen">
            <a:extLst>
              <a:ext uri="{FF2B5EF4-FFF2-40B4-BE49-F238E27FC236}">
                <a16:creationId xmlns:a16="http://schemas.microsoft.com/office/drawing/2014/main" id="{25FEE857-37E9-198D-3798-C5B54200CB43}"/>
              </a:ext>
            </a:extLst>
          </p:cNvPr>
          <p:cNvPicPr>
            <a:picLocks noChangeAspect="1"/>
          </p:cNvPicPr>
          <p:nvPr/>
        </p:nvPicPr>
        <p:blipFill>
          <a:blip r:embed="rId2">
            <a:alphaModFix amt="60000"/>
          </a:blip>
          <a:srcRect t="5981" b="9749"/>
          <a:stretch/>
        </p:blipFill>
        <p:spPr>
          <a:xfrm>
            <a:off x="-1" y="10"/>
            <a:ext cx="12192001" cy="6857990"/>
          </a:xfrm>
          <a:prstGeom prst="rect">
            <a:avLst/>
          </a:prstGeom>
        </p:spPr>
      </p:pic>
      <p:sp>
        <p:nvSpPr>
          <p:cNvPr id="2" name="Title 1">
            <a:extLst>
              <a:ext uri="{FF2B5EF4-FFF2-40B4-BE49-F238E27FC236}">
                <a16:creationId xmlns:a16="http://schemas.microsoft.com/office/drawing/2014/main" id="{891680AA-1C5E-4B2A-C066-3A39230540FD}"/>
              </a:ext>
            </a:extLst>
          </p:cNvPr>
          <p:cNvSpPr>
            <a:spLocks noGrp="1"/>
          </p:cNvSpPr>
          <p:nvPr>
            <p:ph type="title"/>
          </p:nvPr>
        </p:nvSpPr>
        <p:spPr>
          <a:xfrm>
            <a:off x="838199" y="557189"/>
            <a:ext cx="5155263" cy="5571899"/>
          </a:xfrm>
        </p:spPr>
        <p:txBody>
          <a:bodyPr>
            <a:normAutofit/>
          </a:bodyPr>
          <a:lstStyle/>
          <a:p>
            <a:r>
              <a:rPr lang="en-US" b="1">
                <a:solidFill>
                  <a:srgbClr val="FFFFFF"/>
                </a:solidFill>
              </a:rPr>
              <a:t>	IMPLENTATION</a:t>
            </a:r>
            <a:endParaRPr lang="en-IN" b="1" dirty="0">
              <a:solidFill>
                <a:srgbClr val="FFFFFF"/>
              </a:solidFill>
            </a:endParaRPr>
          </a:p>
        </p:txBody>
      </p:sp>
      <p:sp>
        <p:nvSpPr>
          <p:cNvPr id="3" name="Content Placeholder 2">
            <a:extLst>
              <a:ext uri="{FF2B5EF4-FFF2-40B4-BE49-F238E27FC236}">
                <a16:creationId xmlns:a16="http://schemas.microsoft.com/office/drawing/2014/main" id="{BB466127-7819-5933-FAAA-35006F94E673}"/>
              </a:ext>
            </a:extLst>
          </p:cNvPr>
          <p:cNvSpPr>
            <a:spLocks noGrp="1"/>
          </p:cNvSpPr>
          <p:nvPr>
            <p:ph idx="1"/>
          </p:nvPr>
        </p:nvSpPr>
        <p:spPr>
          <a:xfrm>
            <a:off x="6195375" y="557189"/>
            <a:ext cx="5158424" cy="5571899"/>
          </a:xfrm>
        </p:spPr>
        <p:txBody>
          <a:bodyPr anchor="ctr">
            <a:noAutofit/>
          </a:bodyPr>
          <a:lstStyle/>
          <a:p>
            <a:pPr>
              <a:buNone/>
            </a:pPr>
            <a:r>
              <a:rPr lang="en-IN" sz="1200" b="1" dirty="0">
                <a:solidFill>
                  <a:srgbClr val="FFFFFF"/>
                </a:solidFill>
              </a:rPr>
              <a:t>1. Data Collection &amp; Knowledge Base Setup</a:t>
            </a:r>
          </a:p>
          <a:p>
            <a:pPr>
              <a:buFont typeface="Arial" panose="020B0604020202020204" pitchFamily="34" charset="0"/>
              <a:buChar char="•"/>
            </a:pPr>
            <a:r>
              <a:rPr lang="en-IN" sz="1200" dirty="0">
                <a:solidFill>
                  <a:srgbClr val="FFFFFF"/>
                </a:solidFill>
              </a:rPr>
              <a:t>Gather domain-specific documents, FAQs, or structured/unstructured data.</a:t>
            </a:r>
          </a:p>
          <a:p>
            <a:pPr>
              <a:buFont typeface="Arial" panose="020B0604020202020204" pitchFamily="34" charset="0"/>
              <a:buChar char="•"/>
            </a:pPr>
            <a:r>
              <a:rPr lang="en-IN" sz="1200" dirty="0">
                <a:solidFill>
                  <a:srgbClr val="FFFFFF"/>
                </a:solidFill>
              </a:rPr>
              <a:t>Convert text data into </a:t>
            </a:r>
            <a:r>
              <a:rPr lang="en-IN" sz="1200" b="1" dirty="0">
                <a:solidFill>
                  <a:srgbClr val="FFFFFF"/>
                </a:solidFill>
              </a:rPr>
              <a:t>vector embeddings</a:t>
            </a:r>
            <a:r>
              <a:rPr lang="en-IN" sz="1200" dirty="0">
                <a:solidFill>
                  <a:srgbClr val="FFFFFF"/>
                </a:solidFill>
              </a:rPr>
              <a:t> using models like </a:t>
            </a:r>
            <a:r>
              <a:rPr lang="en-IN" sz="1200" b="1" dirty="0">
                <a:solidFill>
                  <a:srgbClr val="FFFFFF"/>
                </a:solidFill>
              </a:rPr>
              <a:t>SBERT</a:t>
            </a:r>
            <a:r>
              <a:rPr lang="en-IN" sz="1200" dirty="0">
                <a:solidFill>
                  <a:srgbClr val="FFFFFF"/>
                </a:solidFill>
              </a:rPr>
              <a:t> or </a:t>
            </a:r>
            <a:r>
              <a:rPr lang="en-IN" sz="1200" b="1" dirty="0">
                <a:solidFill>
                  <a:srgbClr val="FFFFFF"/>
                </a:solidFill>
              </a:rPr>
              <a:t>BERT</a:t>
            </a:r>
            <a:r>
              <a:rPr lang="en-IN" sz="1200" dirty="0">
                <a:solidFill>
                  <a:srgbClr val="FFFFFF"/>
                </a:solidFill>
              </a:rPr>
              <a:t>.</a:t>
            </a:r>
          </a:p>
          <a:p>
            <a:pPr>
              <a:buFont typeface="Arial" panose="020B0604020202020204" pitchFamily="34" charset="0"/>
              <a:buChar char="•"/>
            </a:pPr>
            <a:r>
              <a:rPr lang="en-IN" sz="1200" dirty="0">
                <a:solidFill>
                  <a:srgbClr val="FFFFFF"/>
                </a:solidFill>
              </a:rPr>
              <a:t>Store the embeddings in a </a:t>
            </a:r>
            <a:r>
              <a:rPr lang="en-IN" sz="1200" b="1" dirty="0">
                <a:solidFill>
                  <a:srgbClr val="FFFFFF"/>
                </a:solidFill>
              </a:rPr>
              <a:t>vector database</a:t>
            </a:r>
            <a:r>
              <a:rPr lang="en-IN" sz="1200" dirty="0">
                <a:solidFill>
                  <a:srgbClr val="FFFFFF"/>
                </a:solidFill>
              </a:rPr>
              <a:t> (e.g., </a:t>
            </a:r>
            <a:r>
              <a:rPr lang="en-IN" sz="1200" b="1" dirty="0">
                <a:solidFill>
                  <a:srgbClr val="FFFFFF"/>
                </a:solidFill>
              </a:rPr>
              <a:t>FAISS, Pinecone, Elasticsearch</a:t>
            </a:r>
            <a:r>
              <a:rPr lang="en-IN" sz="1200" dirty="0">
                <a:solidFill>
                  <a:srgbClr val="FFFFFF"/>
                </a:solidFill>
              </a:rPr>
              <a:t>).</a:t>
            </a:r>
          </a:p>
          <a:p>
            <a:pPr>
              <a:buNone/>
            </a:pPr>
            <a:r>
              <a:rPr lang="en-IN" sz="1200" b="1" dirty="0">
                <a:solidFill>
                  <a:srgbClr val="FFFFFF"/>
                </a:solidFill>
              </a:rPr>
              <a:t>2. Implementing the Retrieval Module</a:t>
            </a:r>
          </a:p>
          <a:p>
            <a:pPr>
              <a:buFont typeface="Arial" panose="020B0604020202020204" pitchFamily="34" charset="0"/>
              <a:buChar char="•"/>
            </a:pPr>
            <a:r>
              <a:rPr lang="en-IN" sz="1200" dirty="0">
                <a:solidFill>
                  <a:srgbClr val="FFFFFF"/>
                </a:solidFill>
              </a:rPr>
              <a:t>Use a </a:t>
            </a:r>
            <a:r>
              <a:rPr lang="en-IN" sz="1200" b="1" dirty="0">
                <a:solidFill>
                  <a:srgbClr val="FFFFFF"/>
                </a:solidFill>
              </a:rPr>
              <a:t>dense retriever</a:t>
            </a:r>
            <a:r>
              <a:rPr lang="en-IN" sz="1200" dirty="0">
                <a:solidFill>
                  <a:srgbClr val="FFFFFF"/>
                </a:solidFill>
              </a:rPr>
              <a:t> (e.g., </a:t>
            </a:r>
            <a:r>
              <a:rPr lang="en-IN" sz="1200" b="1" dirty="0">
                <a:solidFill>
                  <a:srgbClr val="FFFFFF"/>
                </a:solidFill>
              </a:rPr>
              <a:t>FAISS, BM25, or DPR</a:t>
            </a:r>
            <a:r>
              <a:rPr lang="en-IN" sz="1200" dirty="0">
                <a:solidFill>
                  <a:srgbClr val="FFFFFF"/>
                </a:solidFill>
              </a:rPr>
              <a:t>) to fetch relevant documents.</a:t>
            </a:r>
          </a:p>
          <a:p>
            <a:pPr>
              <a:buFont typeface="Arial" panose="020B0604020202020204" pitchFamily="34" charset="0"/>
              <a:buChar char="•"/>
            </a:pPr>
            <a:r>
              <a:rPr lang="en-IN" sz="1200" dirty="0">
                <a:solidFill>
                  <a:srgbClr val="FFFFFF"/>
                </a:solidFill>
              </a:rPr>
              <a:t>Apply </a:t>
            </a:r>
            <a:r>
              <a:rPr lang="en-IN" sz="1200" b="1" dirty="0">
                <a:solidFill>
                  <a:srgbClr val="FFFFFF"/>
                </a:solidFill>
              </a:rPr>
              <a:t>semantic search</a:t>
            </a:r>
            <a:r>
              <a:rPr lang="en-IN" sz="1200" dirty="0">
                <a:solidFill>
                  <a:srgbClr val="FFFFFF"/>
                </a:solidFill>
              </a:rPr>
              <a:t> using cosine similarity or nearest-</a:t>
            </a:r>
            <a:r>
              <a:rPr lang="en-IN" sz="1200" dirty="0" err="1">
                <a:solidFill>
                  <a:srgbClr val="FFFFFF"/>
                </a:solidFill>
              </a:rPr>
              <a:t>neighbor</a:t>
            </a:r>
            <a:r>
              <a:rPr lang="en-IN" sz="1200" dirty="0">
                <a:solidFill>
                  <a:srgbClr val="FFFFFF"/>
                </a:solidFill>
              </a:rPr>
              <a:t> search.</a:t>
            </a:r>
          </a:p>
          <a:p>
            <a:pPr>
              <a:buNone/>
            </a:pPr>
            <a:r>
              <a:rPr lang="en-IN" sz="1200" b="1" dirty="0">
                <a:solidFill>
                  <a:srgbClr val="FFFFFF"/>
                </a:solidFill>
              </a:rPr>
              <a:t>3. Implementing the Generation Module</a:t>
            </a:r>
          </a:p>
          <a:p>
            <a:pPr>
              <a:buFont typeface="Arial" panose="020B0604020202020204" pitchFamily="34" charset="0"/>
              <a:buChar char="•"/>
            </a:pPr>
            <a:r>
              <a:rPr lang="en-IN" sz="1200" dirty="0">
                <a:solidFill>
                  <a:srgbClr val="FFFFFF"/>
                </a:solidFill>
              </a:rPr>
              <a:t>Use a </a:t>
            </a:r>
            <a:r>
              <a:rPr lang="en-IN" sz="1200" b="1" dirty="0">
                <a:solidFill>
                  <a:srgbClr val="FFFFFF"/>
                </a:solidFill>
              </a:rPr>
              <a:t>pre-trained transformer model</a:t>
            </a:r>
            <a:r>
              <a:rPr lang="en-IN" sz="1200" dirty="0">
                <a:solidFill>
                  <a:srgbClr val="FFFFFF"/>
                </a:solidFill>
              </a:rPr>
              <a:t> (e.g., </a:t>
            </a:r>
            <a:r>
              <a:rPr lang="en-IN" sz="1200" b="1" dirty="0">
                <a:solidFill>
                  <a:srgbClr val="FFFFFF"/>
                </a:solidFill>
              </a:rPr>
              <a:t>T5, BART, GPT-3.5</a:t>
            </a:r>
            <a:r>
              <a:rPr lang="en-IN" sz="1200" dirty="0">
                <a:solidFill>
                  <a:srgbClr val="FFFFFF"/>
                </a:solidFill>
              </a:rPr>
              <a:t>) for response generation.</a:t>
            </a:r>
          </a:p>
          <a:p>
            <a:pPr>
              <a:buFont typeface="Arial" panose="020B0604020202020204" pitchFamily="34" charset="0"/>
              <a:buChar char="•"/>
            </a:pPr>
            <a:r>
              <a:rPr lang="en-IN" sz="1200" dirty="0">
                <a:solidFill>
                  <a:srgbClr val="FFFFFF"/>
                </a:solidFill>
              </a:rPr>
              <a:t>Provide </a:t>
            </a:r>
            <a:r>
              <a:rPr lang="en-IN" sz="1200" b="1" dirty="0">
                <a:solidFill>
                  <a:srgbClr val="FFFFFF"/>
                </a:solidFill>
              </a:rPr>
              <a:t>retrieved documents</a:t>
            </a:r>
            <a:r>
              <a:rPr lang="en-IN" sz="1200" dirty="0">
                <a:solidFill>
                  <a:srgbClr val="FFFFFF"/>
                </a:solidFill>
              </a:rPr>
              <a:t> as additional context to improve response accuracy.</a:t>
            </a:r>
          </a:p>
          <a:p>
            <a:pPr>
              <a:buNone/>
            </a:pPr>
            <a:r>
              <a:rPr lang="en-IN" sz="1200" b="1" dirty="0">
                <a:solidFill>
                  <a:srgbClr val="FFFFFF"/>
                </a:solidFill>
              </a:rPr>
              <a:t>4. Integration with GROQ API</a:t>
            </a:r>
          </a:p>
          <a:p>
            <a:pPr>
              <a:buFont typeface="Arial" panose="020B0604020202020204" pitchFamily="34" charset="0"/>
              <a:buChar char="•"/>
            </a:pPr>
            <a:r>
              <a:rPr lang="en-IN" sz="1200" dirty="0">
                <a:solidFill>
                  <a:srgbClr val="FFFFFF"/>
                </a:solidFill>
              </a:rPr>
              <a:t>Connect the chatbot backend with </a:t>
            </a:r>
            <a:r>
              <a:rPr lang="en-IN" sz="1200" b="1" dirty="0">
                <a:solidFill>
                  <a:srgbClr val="FFFFFF"/>
                </a:solidFill>
              </a:rPr>
              <a:t>GROQ API</a:t>
            </a:r>
            <a:r>
              <a:rPr lang="en-IN" sz="1200" dirty="0">
                <a:solidFill>
                  <a:srgbClr val="FFFFFF"/>
                </a:solidFill>
              </a:rPr>
              <a:t> for high-speed inference.</a:t>
            </a:r>
          </a:p>
          <a:p>
            <a:pPr>
              <a:buFont typeface="Arial" panose="020B0604020202020204" pitchFamily="34" charset="0"/>
              <a:buChar char="•"/>
            </a:pPr>
            <a:r>
              <a:rPr lang="en-IN" sz="1200" dirty="0">
                <a:solidFill>
                  <a:srgbClr val="FFFFFF"/>
                </a:solidFill>
              </a:rPr>
              <a:t>Ensure </a:t>
            </a:r>
            <a:r>
              <a:rPr lang="en-IN" sz="1200" b="1" dirty="0">
                <a:solidFill>
                  <a:srgbClr val="FFFFFF"/>
                </a:solidFill>
              </a:rPr>
              <a:t>low-latency response handling</a:t>
            </a:r>
            <a:r>
              <a:rPr lang="en-IN" sz="1200" dirty="0">
                <a:solidFill>
                  <a:srgbClr val="FFFFFF"/>
                </a:solidFill>
              </a:rPr>
              <a:t> for real-time chatbot interaction.</a:t>
            </a:r>
          </a:p>
          <a:p>
            <a:pPr>
              <a:buNone/>
            </a:pPr>
            <a:r>
              <a:rPr lang="en-IN" sz="1200" b="1" dirty="0">
                <a:solidFill>
                  <a:srgbClr val="FFFFFF"/>
                </a:solidFill>
              </a:rPr>
              <a:t>5. Backend Development</a:t>
            </a:r>
          </a:p>
          <a:p>
            <a:pPr>
              <a:buFont typeface="Arial" panose="020B0604020202020204" pitchFamily="34" charset="0"/>
              <a:buChar char="•"/>
            </a:pPr>
            <a:r>
              <a:rPr lang="en-IN" sz="1200" dirty="0">
                <a:solidFill>
                  <a:srgbClr val="FFFFFF"/>
                </a:solidFill>
              </a:rPr>
              <a:t>Develop the backend using </a:t>
            </a:r>
            <a:r>
              <a:rPr lang="en-IN" sz="1200" b="1" dirty="0">
                <a:solidFill>
                  <a:srgbClr val="FFFFFF"/>
                </a:solidFill>
              </a:rPr>
              <a:t>Flask/</a:t>
            </a:r>
            <a:r>
              <a:rPr lang="en-IN" sz="1200" b="1" dirty="0" err="1">
                <a:solidFill>
                  <a:srgbClr val="FFFFFF"/>
                </a:solidFill>
              </a:rPr>
              <a:t>FastAPI</a:t>
            </a:r>
            <a:r>
              <a:rPr lang="en-IN" sz="1200" b="1" dirty="0">
                <a:solidFill>
                  <a:srgbClr val="FFFFFF"/>
                </a:solidFill>
              </a:rPr>
              <a:t>/Django</a:t>
            </a:r>
            <a:r>
              <a:rPr lang="en-IN" sz="1200" dirty="0">
                <a:solidFill>
                  <a:srgbClr val="FFFFFF"/>
                </a:solidFill>
              </a:rPr>
              <a:t> to handle API requests.</a:t>
            </a:r>
          </a:p>
          <a:p>
            <a:pPr>
              <a:buFont typeface="Arial" panose="020B0604020202020204" pitchFamily="34" charset="0"/>
              <a:buChar char="•"/>
            </a:pPr>
            <a:r>
              <a:rPr lang="en-IN" sz="1200" dirty="0">
                <a:solidFill>
                  <a:srgbClr val="FFFFFF"/>
                </a:solidFill>
              </a:rPr>
              <a:t>Implement session management, caching, and error handling.</a:t>
            </a:r>
          </a:p>
          <a:p>
            <a:pPr marL="0" indent="0">
              <a:buNone/>
            </a:pPr>
            <a:endParaRPr lang="en-IN" sz="1200" dirty="0">
              <a:solidFill>
                <a:srgbClr val="FFFFFF"/>
              </a:solidFill>
            </a:endParaRPr>
          </a:p>
        </p:txBody>
      </p:sp>
    </p:spTree>
    <p:extLst>
      <p:ext uri="{BB962C8B-B14F-4D97-AF65-F5344CB8AC3E}">
        <p14:creationId xmlns:p14="http://schemas.microsoft.com/office/powerpoint/2010/main" val="30734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DE521CC-1881-485B-1E5B-CB88B1B6A93D}"/>
              </a:ext>
            </a:extLst>
          </p:cNvPr>
          <p:cNvPicPr>
            <a:picLocks noChangeAspect="1"/>
          </p:cNvPicPr>
          <p:nvPr/>
        </p:nvPicPr>
        <p:blipFill>
          <a:blip r:embed="rId2">
            <a:alphaModFix amt="35000"/>
          </a:blip>
          <a:srcRect b="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BADA40F8-13D0-2974-E36A-5BC984657C17}"/>
              </a:ext>
            </a:extLst>
          </p:cNvPr>
          <p:cNvSpPr>
            <a:spLocks noGrp="1"/>
          </p:cNvSpPr>
          <p:nvPr>
            <p:ph type="title"/>
          </p:nvPr>
        </p:nvSpPr>
        <p:spPr>
          <a:xfrm>
            <a:off x="838200" y="365125"/>
            <a:ext cx="10515600" cy="1325563"/>
          </a:xfrm>
        </p:spPr>
        <p:txBody>
          <a:bodyPr>
            <a:normAutofit/>
          </a:bodyPr>
          <a:lstStyle/>
          <a:p>
            <a:r>
              <a:rPr lang="en-US" b="1" i="0">
                <a:solidFill>
                  <a:srgbClr val="FFFFFF"/>
                </a:solidFill>
                <a:effectLst/>
                <a:latin typeface="PT Sans" panose="020B0503020203020204" pitchFamily="34" charset="0"/>
              </a:rPr>
              <a:t>Project Development Planning and Analysis</a:t>
            </a:r>
            <a:endParaRPr lang="en-IN">
              <a:solidFill>
                <a:srgbClr val="FFFFFF"/>
              </a:solidFill>
            </a:endParaRPr>
          </a:p>
        </p:txBody>
      </p:sp>
      <p:graphicFrame>
        <p:nvGraphicFramePr>
          <p:cNvPr id="13" name="Content Placeholder 2">
            <a:extLst>
              <a:ext uri="{FF2B5EF4-FFF2-40B4-BE49-F238E27FC236}">
                <a16:creationId xmlns:a16="http://schemas.microsoft.com/office/drawing/2014/main" id="{88FA890B-A128-1BA8-59B2-BB09AEAD904F}"/>
              </a:ext>
            </a:extLst>
          </p:cNvPr>
          <p:cNvGraphicFramePr>
            <a:graphicFrameLocks noGrp="1"/>
          </p:cNvGraphicFramePr>
          <p:nvPr>
            <p:ph idx="1"/>
            <p:extLst>
              <p:ext uri="{D42A27DB-BD31-4B8C-83A1-F6EECF244321}">
                <p14:modId xmlns:p14="http://schemas.microsoft.com/office/powerpoint/2010/main" val="411199364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88490671"/>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4812C46-200A-4DEB-A05E-3ED6C68C23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sitting on the floor with a computer">
            <a:extLst>
              <a:ext uri="{FF2B5EF4-FFF2-40B4-BE49-F238E27FC236}">
                <a16:creationId xmlns:a16="http://schemas.microsoft.com/office/drawing/2014/main" id="{893FB743-2B17-8497-F190-5319D3D2ABE7}"/>
              </a:ext>
            </a:extLst>
          </p:cNvPr>
          <p:cNvPicPr>
            <a:picLocks noChangeAspect="1"/>
          </p:cNvPicPr>
          <p:nvPr/>
        </p:nvPicPr>
        <p:blipFill>
          <a:blip r:embed="rId2">
            <a:extLst>
              <a:ext uri="{28A0092B-C50C-407E-A947-70E740481C1C}">
                <a14:useLocalDpi xmlns:a14="http://schemas.microsoft.com/office/drawing/2010/main" val="0"/>
              </a:ext>
            </a:extLst>
          </a:blip>
          <a:srcRect l="10295" r="10394"/>
          <a:stretch/>
        </p:blipFill>
        <p:spPr>
          <a:xfrm>
            <a:off x="2522356" y="10"/>
            <a:ext cx="9669642" cy="6857990"/>
          </a:xfrm>
          <a:prstGeom prst="rect">
            <a:avLst/>
          </a:prstGeom>
        </p:spPr>
      </p:pic>
      <p:sp>
        <p:nvSpPr>
          <p:cNvPr id="14" name="Rectangle 13">
            <a:extLst>
              <a:ext uri="{FF2B5EF4-FFF2-40B4-BE49-F238E27FC236}">
                <a16:creationId xmlns:a16="http://schemas.microsoft.com/office/drawing/2014/main" id="{D1EA859B-E555-4109-94F3-6700E046E0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1D26B8E-15C6-F022-19E5-1CF7A5F8DA82}"/>
              </a:ext>
            </a:extLst>
          </p:cNvPr>
          <p:cNvSpPr>
            <a:spLocks noGrp="1"/>
          </p:cNvSpPr>
          <p:nvPr>
            <p:ph type="title"/>
          </p:nvPr>
        </p:nvSpPr>
        <p:spPr>
          <a:xfrm>
            <a:off x="838200" y="365125"/>
            <a:ext cx="4371474" cy="1138822"/>
          </a:xfrm>
        </p:spPr>
        <p:txBody>
          <a:bodyPr>
            <a:normAutofit/>
          </a:bodyPr>
          <a:lstStyle/>
          <a:p>
            <a:r>
              <a:rPr lang="en-US" sz="4000" dirty="0"/>
              <a:t>FUTURE SCOPE</a:t>
            </a:r>
            <a:endParaRPr lang="en-IN" sz="4000" dirty="0"/>
          </a:p>
        </p:txBody>
      </p:sp>
      <p:sp>
        <p:nvSpPr>
          <p:cNvPr id="3" name="Content Placeholder 2">
            <a:extLst>
              <a:ext uri="{FF2B5EF4-FFF2-40B4-BE49-F238E27FC236}">
                <a16:creationId xmlns:a16="http://schemas.microsoft.com/office/drawing/2014/main" id="{F04425AC-29C3-97DF-2B85-7E742CE72B0A}"/>
              </a:ext>
            </a:extLst>
          </p:cNvPr>
          <p:cNvSpPr>
            <a:spLocks noGrp="1"/>
          </p:cNvSpPr>
          <p:nvPr>
            <p:ph idx="1"/>
          </p:nvPr>
        </p:nvSpPr>
        <p:spPr>
          <a:xfrm>
            <a:off x="541421" y="1612232"/>
            <a:ext cx="11069053" cy="2721881"/>
          </a:xfrm>
        </p:spPr>
        <p:txBody>
          <a:bodyPr>
            <a:noAutofit/>
          </a:bodyPr>
          <a:lstStyle/>
          <a:p>
            <a:pPr marL="457200" indent="-457200">
              <a:buAutoNum type="arabicPeriod"/>
            </a:pPr>
            <a:r>
              <a:rPr lang="en-IN" sz="1800" b="1" dirty="0">
                <a:effectLst/>
                <a:latin typeface="Times New Roman" panose="02020603050405020304" pitchFamily="18" charset="0"/>
                <a:ea typeface="Times New Roman" panose="02020603050405020304" pitchFamily="18" charset="0"/>
              </a:rPr>
              <a:t>Support for Additional File Formats – </a:t>
            </a:r>
            <a:r>
              <a:rPr lang="en-IN" sz="1800" dirty="0">
                <a:effectLst/>
                <a:latin typeface="Times New Roman" panose="02020603050405020304" pitchFamily="18" charset="0"/>
                <a:ea typeface="Times New Roman" panose="02020603050405020304" pitchFamily="18" charset="0"/>
              </a:rPr>
              <a:t>Expanding support beyond PDFs to cover DOCX, and HTML would make the system more versatile.</a:t>
            </a:r>
            <a:endParaRPr lang="en-IN" sz="1800" dirty="0">
              <a:effectLst/>
              <a:latin typeface="Times New Roman" panose="02020603050405020304" pitchFamily="18" charset="0"/>
              <a:ea typeface="SimSun" panose="02010600030101010101" pitchFamily="2" charset="-122"/>
            </a:endParaRPr>
          </a:p>
          <a:p>
            <a:pPr>
              <a:buNone/>
            </a:pPr>
            <a:r>
              <a:rPr lang="en-IN" sz="1800" b="1" dirty="0">
                <a:effectLst/>
                <a:latin typeface="Times New Roman" panose="02020603050405020304" pitchFamily="18" charset="0"/>
                <a:ea typeface="Times New Roman" panose="02020603050405020304" pitchFamily="18" charset="0"/>
              </a:rPr>
              <a:t>2. Advanced Document Processing – </a:t>
            </a:r>
            <a:r>
              <a:rPr lang="en-IN" sz="1800" dirty="0">
                <a:effectLst/>
                <a:latin typeface="Times New Roman" panose="02020603050405020304" pitchFamily="18" charset="0"/>
                <a:ea typeface="Times New Roman" panose="02020603050405020304" pitchFamily="18" charset="0"/>
              </a:rPr>
              <a:t>Implementing Optical Character Recognition (OCR) </a:t>
            </a:r>
          </a:p>
          <a:p>
            <a:pPr>
              <a:buNone/>
            </a:pPr>
            <a:r>
              <a:rPr lang="en-IN" sz="1800" dirty="0">
                <a:latin typeface="Times New Roman" panose="02020603050405020304" pitchFamily="18" charset="0"/>
                <a:ea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would enable the system to pull text out of scanned documents and images.</a:t>
            </a:r>
            <a:endParaRPr lang="en-IN" sz="1800" dirty="0">
              <a:effectLst/>
              <a:latin typeface="Times New Roman" panose="02020603050405020304" pitchFamily="18" charset="0"/>
              <a:ea typeface="SimSun" panose="02010600030101010101" pitchFamily="2" charset="-122"/>
            </a:endParaRPr>
          </a:p>
          <a:p>
            <a:pPr>
              <a:buNone/>
            </a:pPr>
            <a:r>
              <a:rPr lang="en-IN" sz="1800" b="1" dirty="0">
                <a:effectLst/>
                <a:latin typeface="Times New Roman" panose="02020603050405020304" pitchFamily="18" charset="0"/>
                <a:ea typeface="Times New Roman" panose="02020603050405020304" pitchFamily="18" charset="0"/>
              </a:rPr>
              <a:t>3. Multi-Language Capability –</a:t>
            </a:r>
            <a:r>
              <a:rPr lang="en-IN" sz="1800" dirty="0">
                <a:effectLst/>
                <a:latin typeface="Times New Roman" panose="02020603050405020304" pitchFamily="18" charset="0"/>
                <a:ea typeface="Times New Roman" panose="02020603050405020304" pitchFamily="18" charset="0"/>
              </a:rPr>
              <a:t> Implementing support for multiple languages would make the </a:t>
            </a:r>
          </a:p>
          <a:p>
            <a:pPr>
              <a:buNone/>
            </a:pPr>
            <a:r>
              <a:rPr lang="en-IN" sz="1800" dirty="0">
                <a:latin typeface="Times New Roman" panose="02020603050405020304" pitchFamily="18" charset="0"/>
                <a:ea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system applicable in international contexts.</a:t>
            </a:r>
            <a:endParaRPr lang="en-IN" sz="1800" dirty="0">
              <a:effectLst/>
              <a:latin typeface="Times New Roman" panose="02020603050405020304" pitchFamily="18" charset="0"/>
              <a:ea typeface="SimSun" panose="02010600030101010101" pitchFamily="2" charset="-122"/>
            </a:endParaRPr>
          </a:p>
          <a:p>
            <a:pPr>
              <a:buNone/>
            </a:pPr>
            <a:r>
              <a:rPr lang="en-IN" sz="1800" b="1" dirty="0">
                <a:effectLst/>
                <a:latin typeface="Times New Roman" panose="02020603050405020304" pitchFamily="18" charset="0"/>
                <a:ea typeface="Times New Roman" panose="02020603050405020304" pitchFamily="18" charset="0"/>
              </a:rPr>
              <a:t>4. User Accounts and Document Management </a:t>
            </a:r>
            <a:r>
              <a:rPr lang="en-IN" sz="1800" dirty="0">
                <a:effectLst/>
                <a:latin typeface="Times New Roman" panose="02020603050405020304" pitchFamily="18" charset="0"/>
                <a:ea typeface="Times New Roman" panose="02020603050405020304" pitchFamily="18" charset="0"/>
              </a:rPr>
              <a:t>– Adding user authentication and persistent </a:t>
            </a:r>
          </a:p>
          <a:p>
            <a:pPr>
              <a:buNone/>
            </a:pPr>
            <a:r>
              <a:rPr lang="en-IN" sz="1800" dirty="0">
                <a:effectLst/>
                <a:latin typeface="Times New Roman" panose="02020603050405020304" pitchFamily="18" charset="0"/>
                <a:ea typeface="Times New Roman" panose="02020603050405020304" pitchFamily="18" charset="0"/>
              </a:rPr>
              <a:t>	storage would enable users to store documents, retain query history, and manage their content effectively.</a:t>
            </a:r>
            <a:endParaRPr lang="en-IN" sz="1800" dirty="0">
              <a:effectLst/>
              <a:latin typeface="Times New Roman" panose="02020603050405020304" pitchFamily="18" charset="0"/>
              <a:ea typeface="SimSun" panose="02010600030101010101" pitchFamily="2" charset="-122"/>
            </a:endParaRPr>
          </a:p>
          <a:p>
            <a:pPr>
              <a:buNone/>
            </a:pPr>
            <a:r>
              <a:rPr lang="en-IN" sz="1800" b="1" dirty="0">
                <a:effectLst/>
                <a:latin typeface="Times New Roman" panose="02020603050405020304" pitchFamily="18" charset="0"/>
                <a:ea typeface="Times New Roman" panose="02020603050405020304" pitchFamily="18" charset="0"/>
              </a:rPr>
              <a:t>5. Enhanced Visual Features </a:t>
            </a:r>
            <a:r>
              <a:rPr lang="en-IN" sz="1800" dirty="0">
                <a:effectLst/>
                <a:latin typeface="Times New Roman" panose="02020603050405020304" pitchFamily="18" charset="0"/>
                <a:ea typeface="Times New Roman" panose="02020603050405020304" pitchFamily="18" charset="0"/>
              </a:rPr>
              <a:t>– Adding document previews, highlighted text in the response, and </a:t>
            </a:r>
          </a:p>
          <a:p>
            <a:pPr>
              <a:buNone/>
            </a:pPr>
            <a:r>
              <a:rPr lang="en-IN" sz="1800" dirty="0">
                <a:latin typeface="Times New Roman" panose="02020603050405020304" pitchFamily="18" charset="0"/>
                <a:ea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interactive navigation would enhance the overall user experience.</a:t>
            </a:r>
            <a:endParaRPr lang="en-IN" sz="1800" dirty="0">
              <a:effectLst/>
              <a:latin typeface="Times New Roman" panose="02020603050405020304" pitchFamily="18" charset="0"/>
              <a:ea typeface="SimSun" panose="02010600030101010101" pitchFamily="2" charset="-122"/>
            </a:endParaRPr>
          </a:p>
          <a:p>
            <a:pPr>
              <a:buNone/>
            </a:pPr>
            <a:r>
              <a:rPr lang="en-IN" sz="1800" b="1" dirty="0">
                <a:effectLst/>
                <a:latin typeface="Times New Roman" panose="02020603050405020304" pitchFamily="18" charset="0"/>
                <a:ea typeface="Times New Roman" panose="02020603050405020304" pitchFamily="18" charset="0"/>
              </a:rPr>
              <a:t>6. Mobile App Development</a:t>
            </a:r>
            <a:r>
              <a:rPr lang="en-IN" sz="1800" dirty="0">
                <a:effectLst/>
                <a:latin typeface="Times New Roman" panose="02020603050405020304" pitchFamily="18" charset="0"/>
                <a:ea typeface="Times New Roman" panose="02020603050405020304" pitchFamily="18" charset="0"/>
              </a:rPr>
              <a:t> – Developing a mobile-friendly version of the system would make it </a:t>
            </a:r>
          </a:p>
          <a:p>
            <a:pPr>
              <a:buNone/>
            </a:pPr>
            <a:r>
              <a:rPr lang="en-IN" sz="1800" dirty="0">
                <a:latin typeface="Times New Roman" panose="02020603050405020304" pitchFamily="18" charset="0"/>
                <a:ea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possible for users to access </a:t>
            </a:r>
            <a:r>
              <a:rPr lang="en-IN" sz="1800" dirty="0">
                <a:latin typeface="Times New Roman" panose="02020603050405020304" pitchFamily="18" charset="0"/>
                <a:ea typeface="Times New Roman" panose="02020603050405020304" pitchFamily="18" charset="0"/>
              </a:rPr>
              <a:t>Chatbot using RAG model</a:t>
            </a:r>
            <a:r>
              <a:rPr lang="en-IN" sz="1800" dirty="0">
                <a:effectLst/>
                <a:latin typeface="Times New Roman" panose="02020603050405020304" pitchFamily="18" charset="0"/>
                <a:ea typeface="Times New Roman" panose="02020603050405020304" pitchFamily="18" charset="0"/>
              </a:rPr>
              <a:t> on the move.</a:t>
            </a:r>
            <a:endParaRPr lang="en-IN" sz="1800" dirty="0">
              <a:effectLst/>
              <a:latin typeface="Times New Roman" panose="02020603050405020304" pitchFamily="18" charset="0"/>
              <a:ea typeface="SimSun" panose="02010600030101010101" pitchFamily="2" charset="-122"/>
            </a:endParaRPr>
          </a:p>
          <a:p>
            <a:pPr>
              <a:buNone/>
            </a:pPr>
            <a:r>
              <a:rPr lang="en-IN" sz="1800" dirty="0">
                <a:effectLst/>
                <a:latin typeface="Times New Roman" panose="02020603050405020304" pitchFamily="18" charset="0"/>
                <a:ea typeface="Times New Roman" panose="02020603050405020304" pitchFamily="18" charset="0"/>
              </a:rPr>
              <a:t/>
            </a:r>
            <a:br>
              <a:rPr lang="en-IN" sz="1800" dirty="0">
                <a:effectLst/>
                <a:latin typeface="Times New Roman" panose="02020603050405020304" pitchFamily="18" charset="0"/>
                <a:ea typeface="Times New Roman" panose="02020603050405020304" pitchFamily="18" charset="0"/>
              </a:rPr>
            </a:br>
            <a:r>
              <a:rPr lang="en-IN" sz="1800" b="1" dirty="0">
                <a:effectLst/>
                <a:latin typeface="Times New Roman" panose="02020603050405020304" pitchFamily="18" charset="0"/>
                <a:ea typeface="Times New Roman" panose="02020603050405020304" pitchFamily="18" charset="0"/>
              </a:rPr>
              <a:t>7. Enterprise Integration </a:t>
            </a:r>
            <a:r>
              <a:rPr lang="en-IN" sz="1800" dirty="0">
                <a:effectLst/>
                <a:latin typeface="Times New Roman" panose="02020603050405020304" pitchFamily="18" charset="0"/>
                <a:ea typeface="Times New Roman" panose="02020603050405020304" pitchFamily="18" charset="0"/>
              </a:rPr>
              <a:t>– Creating connectors for enterprise document management systems </a:t>
            </a:r>
          </a:p>
          <a:p>
            <a:pPr>
              <a:buNone/>
            </a:pPr>
            <a:r>
              <a:rPr lang="en-IN" sz="1800" dirty="0">
                <a:latin typeface="Times New Roman" panose="02020603050405020304" pitchFamily="18" charset="0"/>
                <a:ea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rPr>
              <a:t>would enable businesses to incorporate DocuQuery into current workflows.</a:t>
            </a:r>
          </a:p>
          <a:p>
            <a:pPr>
              <a:buNone/>
            </a:pPr>
            <a:r>
              <a:rPr lang="en-IN" sz="1800" dirty="0">
                <a:effectLst/>
                <a:latin typeface="Times New Roman" panose="02020603050405020304" pitchFamily="18" charset="0"/>
                <a:ea typeface="SimSun" panose="02010600030101010101" pitchFamily="2" charset="-122"/>
              </a:rPr>
              <a:t>	</a:t>
            </a:r>
          </a:p>
          <a:p>
            <a:pPr>
              <a:buNone/>
            </a:pPr>
            <a:r>
              <a:rPr lang="en-IN" sz="1800" dirty="0">
                <a:effectLst/>
                <a:latin typeface="Times New Roman" panose="02020603050405020304" pitchFamily="18" charset="0"/>
                <a:ea typeface="Times New Roman" panose="02020603050405020304" pitchFamily="18" charset="0"/>
              </a:rPr>
              <a:t/>
            </a:r>
            <a:br>
              <a:rPr lang="en-IN" sz="1800" dirty="0">
                <a:effectLst/>
                <a:latin typeface="Times New Roman" panose="02020603050405020304" pitchFamily="18" charset="0"/>
                <a:ea typeface="Times New Roman" panose="02020603050405020304" pitchFamily="18" charset="0"/>
              </a:rPr>
            </a:br>
            <a:endParaRPr lang="en-IN" sz="1800" dirty="0"/>
          </a:p>
        </p:txBody>
      </p:sp>
    </p:spTree>
    <p:extLst>
      <p:ext uri="{BB962C8B-B14F-4D97-AF65-F5344CB8AC3E}">
        <p14:creationId xmlns:p14="http://schemas.microsoft.com/office/powerpoint/2010/main" val="731598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37B2035-1FCB-439A-B421-095E136C7E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76D6CDF-C512-4739-B158-55EE955EFA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02A2BD-42D5-F883-D9C7-65264EADF98A}"/>
              </a:ext>
            </a:extLst>
          </p:cNvPr>
          <p:cNvSpPr>
            <a:spLocks noGrp="1"/>
          </p:cNvSpPr>
          <p:nvPr>
            <p:ph type="title"/>
          </p:nvPr>
        </p:nvSpPr>
        <p:spPr>
          <a:xfrm>
            <a:off x="1137033" y="670559"/>
            <a:ext cx="4683321" cy="2148841"/>
          </a:xfrm>
        </p:spPr>
        <p:txBody>
          <a:bodyPr anchor="t">
            <a:normAutofit/>
          </a:bodyPr>
          <a:lstStyle/>
          <a:p>
            <a:endParaRPr lang="en-IN" dirty="0"/>
          </a:p>
        </p:txBody>
      </p:sp>
      <p:pic>
        <p:nvPicPr>
          <p:cNvPr id="20" name="Picture 19" descr="A person writing on a tablet">
            <a:extLst>
              <a:ext uri="{FF2B5EF4-FFF2-40B4-BE49-F238E27FC236}">
                <a16:creationId xmlns:a16="http://schemas.microsoft.com/office/drawing/2014/main" id="{E39E43C2-DB38-EA96-4D6F-4CBDB7A0D1A0}"/>
              </a:ext>
            </a:extLst>
          </p:cNvPr>
          <p:cNvPicPr>
            <a:picLocks noChangeAspect="1"/>
          </p:cNvPicPr>
          <p:nvPr/>
        </p:nvPicPr>
        <p:blipFill>
          <a:blip r:embed="rId2">
            <a:extLst>
              <a:ext uri="{28A0092B-C50C-407E-A947-70E740481C1C}">
                <a14:useLocalDpi xmlns:a14="http://schemas.microsoft.com/office/drawing/2010/main" val="0"/>
              </a:ext>
            </a:extLst>
          </a:blip>
          <a:srcRect l="3777" r="-2" b="-2"/>
          <a:stretch/>
        </p:blipFill>
        <p:spPr>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4" name="Rectangle 1">
            <a:extLst>
              <a:ext uri="{FF2B5EF4-FFF2-40B4-BE49-F238E27FC236}">
                <a16:creationId xmlns:a16="http://schemas.microsoft.com/office/drawing/2014/main" id="{97D605FB-5624-AF01-F41E-7BB09ED1FD35}"/>
              </a:ext>
            </a:extLst>
          </p:cNvPr>
          <p:cNvSpPr>
            <a:spLocks noGrp="1" noChangeArrowheads="1"/>
          </p:cNvSpPr>
          <p:nvPr>
            <p:ph idx="1"/>
          </p:nvPr>
        </p:nvSpPr>
        <p:spPr bwMode="auto">
          <a:xfrm>
            <a:off x="6797003" y="670559"/>
            <a:ext cx="5246607" cy="598290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latin typeface="Arial" panose="020B0604020202020204" pitchFamily="34" charset="0"/>
              </a:rPr>
              <a:t>A </a:t>
            </a:r>
            <a:r>
              <a:rPr kumimoji="0" lang="en-US" altLang="en-US" sz="1300" b="1" i="0" u="none" strike="noStrike" cap="none" normalizeH="0" baseline="0">
                <a:ln>
                  <a:noFill/>
                </a:ln>
                <a:effectLst/>
                <a:latin typeface="Arial" panose="020B0604020202020204" pitchFamily="34" charset="0"/>
              </a:rPr>
              <a:t>Retrieval-Augmented Generation (RAG)</a:t>
            </a:r>
            <a:r>
              <a:rPr kumimoji="0" lang="en-US" altLang="en-US" sz="1300" b="0" i="0" u="none" strike="noStrike" cap="none" normalizeH="0" baseline="0">
                <a:ln>
                  <a:noFill/>
                </a:ln>
                <a:effectLst/>
                <a:latin typeface="Arial" panose="020B0604020202020204" pitchFamily="34" charset="0"/>
              </a:rPr>
              <a:t> based chatbot effectively combines the accuracy of information </a:t>
            </a:r>
          </a:p>
          <a:p>
            <a:pPr marL="0" marR="0" lvl="0" indent="0" defTabSz="914400" rtl="0" eaLnBrk="0" fontAlgn="base" latinLnBrk="0" hangingPunct="0">
              <a:spcBef>
                <a:spcPct val="0"/>
              </a:spcBef>
              <a:spcAft>
                <a:spcPts val="600"/>
              </a:spcAft>
              <a:buClrTx/>
              <a:buSzTx/>
              <a:buNone/>
              <a:tabLst/>
            </a:pPr>
            <a:r>
              <a:rPr kumimoji="0" lang="en-US" altLang="en-US" sz="1300" b="0" i="0" u="none" strike="noStrike" cap="none" normalizeH="0" baseline="0">
                <a:ln>
                  <a:noFill/>
                </a:ln>
                <a:effectLst/>
                <a:latin typeface="Arial" panose="020B0604020202020204" pitchFamily="34" charset="0"/>
              </a:rPr>
              <a:t> retrieval with the fluency of generative models, resulting in more reliable and context-aware responses.</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latin typeface="Arial" panose="020B0604020202020204" pitchFamily="34" charset="0"/>
              </a:rPr>
              <a:t>The integration of a </a:t>
            </a:r>
            <a:r>
              <a:rPr kumimoji="0" lang="en-US" altLang="en-US" sz="1300" b="1" i="0" u="none" strike="noStrike" cap="none" normalizeH="0" baseline="0">
                <a:ln>
                  <a:noFill/>
                </a:ln>
                <a:effectLst/>
                <a:latin typeface="Arial" panose="020B0604020202020204" pitchFamily="34" charset="0"/>
              </a:rPr>
              <a:t>retriever module</a:t>
            </a:r>
            <a:r>
              <a:rPr kumimoji="0" lang="en-US" altLang="en-US" sz="1300" b="0" i="0" u="none" strike="noStrike" cap="none" normalizeH="0" baseline="0">
                <a:ln>
                  <a:noFill/>
                </a:ln>
                <a:effectLst/>
                <a:latin typeface="Arial" panose="020B0604020202020204" pitchFamily="34" charset="0"/>
              </a:rPr>
              <a:t> enables the chatbot to pull relevant knowledge from external sources,</a:t>
            </a:r>
          </a:p>
          <a:p>
            <a:pPr marL="0" marR="0" lvl="0" indent="0" defTabSz="914400" rtl="0" eaLnBrk="0" fontAlgn="base" latinLnBrk="0" hangingPunct="0">
              <a:spcBef>
                <a:spcPct val="0"/>
              </a:spcBef>
              <a:spcAft>
                <a:spcPts val="600"/>
              </a:spcAft>
              <a:buClrTx/>
              <a:buSzTx/>
              <a:buNone/>
              <a:tabLst/>
            </a:pPr>
            <a:r>
              <a:rPr kumimoji="0" lang="en-US" altLang="en-US" sz="1300" b="0" i="0" u="none" strike="noStrike" cap="none" normalizeH="0" baseline="0">
                <a:ln>
                  <a:noFill/>
                </a:ln>
                <a:effectLst/>
                <a:latin typeface="Arial" panose="020B0604020202020204" pitchFamily="34" charset="0"/>
              </a:rPr>
              <a:t> reducing hallucinations and improving factual correctness.</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latin typeface="Arial" panose="020B0604020202020204" pitchFamily="34" charset="0"/>
              </a:rPr>
              <a:t> Using </a:t>
            </a:r>
            <a:r>
              <a:rPr kumimoji="0" lang="en-US" altLang="en-US" sz="1300" b="1" i="0" u="none" strike="noStrike" cap="none" normalizeH="0" baseline="0">
                <a:ln>
                  <a:noFill/>
                </a:ln>
                <a:effectLst/>
                <a:latin typeface="Arial" panose="020B0604020202020204" pitchFamily="34" charset="0"/>
              </a:rPr>
              <a:t>GROQ API</a:t>
            </a:r>
            <a:r>
              <a:rPr kumimoji="0" lang="en-US" altLang="en-US" sz="1300" b="0" i="0" u="none" strike="noStrike" cap="none" normalizeH="0" baseline="0">
                <a:ln>
                  <a:noFill/>
                </a:ln>
                <a:effectLst/>
                <a:latin typeface="Arial" panose="020B0604020202020204" pitchFamily="34" charset="0"/>
              </a:rPr>
              <a:t> ensures fast and scalable inference, making the chatbot suitable for real-time applications with </a:t>
            </a:r>
          </a:p>
          <a:p>
            <a:pPr marL="0" marR="0" lvl="0" indent="0" defTabSz="914400" rtl="0" eaLnBrk="0" fontAlgn="base" latinLnBrk="0" hangingPunct="0">
              <a:spcBef>
                <a:spcPct val="0"/>
              </a:spcBef>
              <a:spcAft>
                <a:spcPts val="600"/>
              </a:spcAft>
              <a:buClrTx/>
              <a:buSzTx/>
              <a:buNone/>
              <a:tabLst/>
            </a:pPr>
            <a:r>
              <a:rPr lang="en-US" altLang="en-US" sz="1300">
                <a:latin typeface="Arial" panose="020B0604020202020204" pitchFamily="34" charset="0"/>
              </a:rPr>
              <a:t>   </a:t>
            </a:r>
            <a:r>
              <a:rPr kumimoji="0" lang="en-US" altLang="en-US" sz="1300" b="0" i="0" u="none" strike="noStrike" cap="none" normalizeH="0" baseline="0">
                <a:ln>
                  <a:noFill/>
                </a:ln>
                <a:effectLst/>
                <a:latin typeface="Arial" panose="020B0604020202020204" pitchFamily="34" charset="0"/>
              </a:rPr>
              <a:t>minimal latency.</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latin typeface="Arial" panose="020B0604020202020204" pitchFamily="34" charset="0"/>
              </a:rPr>
              <a:t>The system architecture is modular and scalable, allowing for future enhancements like domain-specific tuning,</a:t>
            </a:r>
          </a:p>
          <a:p>
            <a:pPr marL="0" marR="0" lvl="0" indent="0" defTabSz="914400" rtl="0" eaLnBrk="0" fontAlgn="base" latinLnBrk="0" hangingPunct="0">
              <a:spcBef>
                <a:spcPct val="0"/>
              </a:spcBef>
              <a:spcAft>
                <a:spcPts val="600"/>
              </a:spcAft>
              <a:buClrTx/>
              <a:buSzTx/>
              <a:buNone/>
              <a:tabLst/>
            </a:pPr>
            <a:r>
              <a:rPr lang="en-US" altLang="en-US" sz="1300">
                <a:latin typeface="Arial" panose="020B0604020202020204" pitchFamily="34" charset="0"/>
              </a:rPr>
              <a:t>  </a:t>
            </a:r>
            <a:r>
              <a:rPr kumimoji="0" lang="en-US" altLang="en-US" sz="1300" b="0" i="0" u="none" strike="noStrike" cap="none" normalizeH="0" baseline="0">
                <a:ln>
                  <a:noFill/>
                </a:ln>
                <a:effectLst/>
                <a:latin typeface="Arial" panose="020B0604020202020204" pitchFamily="34" charset="0"/>
              </a:rPr>
              <a:t>multilingual support, or expansion of the knowledge base.</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latin typeface="Arial" panose="020B0604020202020204" pitchFamily="34" charset="0"/>
              </a:rPr>
              <a:t>The chatbot successfully meets user expectations for responsiveness, accuracy, and conversational fluency, </a:t>
            </a:r>
          </a:p>
          <a:p>
            <a:pPr marL="0" marR="0" lvl="0" indent="0" defTabSz="914400" rtl="0" eaLnBrk="0" fontAlgn="base" latinLnBrk="0" hangingPunct="0">
              <a:spcBef>
                <a:spcPct val="0"/>
              </a:spcBef>
              <a:spcAft>
                <a:spcPts val="600"/>
              </a:spcAft>
              <a:buClrTx/>
              <a:buSzTx/>
              <a:buNone/>
              <a:tabLst/>
            </a:pPr>
            <a:r>
              <a:rPr kumimoji="0" lang="en-US" altLang="en-US" sz="1300" b="0" i="0" u="none" strike="noStrike" cap="none" normalizeH="0" baseline="0">
                <a:ln>
                  <a:noFill/>
                </a:ln>
                <a:effectLst/>
                <a:latin typeface="Arial" panose="020B0604020202020204" pitchFamily="34" charset="0"/>
              </a:rPr>
              <a:t>  proving its potential in domains like customer support, education, and knowledge management.</a:t>
            </a:r>
          </a:p>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a:ln>
                  <a:noFill/>
                </a:ln>
                <a:effectLst/>
                <a:latin typeface="Arial" panose="020B0604020202020204" pitchFamily="34" charset="0"/>
              </a:rPr>
              <a:t> Overall, this project demonstrates the power of combining modern NLP techniques with high-performance</a:t>
            </a:r>
          </a:p>
          <a:p>
            <a:pPr marL="0" marR="0" lvl="0" indent="0" defTabSz="914400" rtl="0" eaLnBrk="0" fontAlgn="base" latinLnBrk="0" hangingPunct="0">
              <a:spcBef>
                <a:spcPct val="0"/>
              </a:spcBef>
              <a:spcAft>
                <a:spcPts val="600"/>
              </a:spcAft>
              <a:buClrTx/>
              <a:buSzTx/>
              <a:buNone/>
              <a:tabLst/>
            </a:pPr>
            <a:r>
              <a:rPr lang="en-US" altLang="en-US" sz="1300">
                <a:latin typeface="Arial" panose="020B0604020202020204" pitchFamily="34" charset="0"/>
              </a:rPr>
              <a:t>   </a:t>
            </a:r>
            <a:r>
              <a:rPr kumimoji="0" lang="en-US" altLang="en-US" sz="1300" b="0" i="0" u="none" strike="noStrike" cap="none" normalizeH="0" baseline="0">
                <a:ln>
                  <a:noFill/>
                </a:ln>
                <a:effectLst/>
                <a:latin typeface="Arial" panose="020B0604020202020204" pitchFamily="34" charset="0"/>
              </a:rPr>
              <a:t>infrastructure to build next-gen conversational AI systems.</a:t>
            </a:r>
          </a:p>
        </p:txBody>
      </p:sp>
    </p:spTree>
    <p:extLst>
      <p:ext uri="{BB962C8B-B14F-4D97-AF65-F5344CB8AC3E}">
        <p14:creationId xmlns:p14="http://schemas.microsoft.com/office/powerpoint/2010/main" val="2710192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2FC1E8-D6CD-A587-85C1-41DA22888875}"/>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THANKING YOU</a:t>
            </a:r>
            <a:endParaRPr lang="en-IN" sz="40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188A9DE-8C5B-9A71-6E91-45FD3E7E3425}"/>
              </a:ext>
            </a:extLst>
          </p:cNvPr>
          <p:cNvSpPr>
            <a:spLocks noGrp="1"/>
          </p:cNvSpPr>
          <p:nvPr>
            <p:ph idx="1"/>
          </p:nvPr>
        </p:nvSpPr>
        <p:spPr>
          <a:xfrm>
            <a:off x="1155548" y="2217343"/>
            <a:ext cx="9880893" cy="3959619"/>
          </a:xfrm>
        </p:spPr>
        <p:txBody>
          <a:bodyPr>
            <a:normAutofit/>
          </a:bodyPr>
          <a:lstStyle/>
          <a:p>
            <a:pPr marL="0" indent="0">
              <a:buNone/>
            </a:pPr>
            <a:r>
              <a:rPr lang="en-IN" sz="2400" dirty="0">
                <a:effectLst/>
                <a:latin typeface="Times New Roman" panose="02020603050405020304" pitchFamily="18" charset="0"/>
                <a:ea typeface="Times New Roman" panose="02020603050405020304" pitchFamily="18" charset="0"/>
              </a:rPr>
              <a:t/>
            </a:r>
            <a:br>
              <a:rPr lang="en-IN" sz="2400" dirty="0">
                <a:effectLst/>
                <a:latin typeface="Times New Roman" panose="02020603050405020304" pitchFamily="18" charset="0"/>
                <a:ea typeface="Times New Roman" panose="02020603050405020304" pitchFamily="18" charset="0"/>
              </a:rPr>
            </a:br>
            <a:r>
              <a:rPr lang="en-IN" sz="2400" dirty="0" smtClean="0">
                <a:latin typeface="Times New Roman" panose="02020603050405020304" pitchFamily="18" charset="0"/>
                <a:ea typeface="Times New Roman" panose="02020603050405020304" pitchFamily="18" charset="0"/>
              </a:rPr>
              <a:t>SWATTIK HALDER</a:t>
            </a:r>
            <a:r>
              <a:rPr lang="en-IN" sz="2400" dirty="0" smtClean="0">
                <a:effectLst/>
                <a:latin typeface="Times New Roman" panose="02020603050405020304" pitchFamily="18" charset="0"/>
                <a:ea typeface="Times New Roman" panose="02020603050405020304" pitchFamily="18" charset="0"/>
              </a:rPr>
              <a:t>                                                                              2206223</a:t>
            </a:r>
            <a:endParaRPr lang="en-IN" sz="2400" dirty="0">
              <a:effectLst/>
              <a:latin typeface="Times New Roman" panose="02020603050405020304" pitchFamily="18" charset="0"/>
              <a:ea typeface="SimSun" panose="02010600030101010101" pitchFamily="2" charset="-122"/>
            </a:endParaRPr>
          </a:p>
          <a:p>
            <a:endParaRPr lang="en-IN" sz="2400" dirty="0"/>
          </a:p>
        </p:txBody>
      </p:sp>
    </p:spTree>
    <p:extLst>
      <p:ext uri="{BB962C8B-B14F-4D97-AF65-F5344CB8AC3E}">
        <p14:creationId xmlns:p14="http://schemas.microsoft.com/office/powerpoint/2010/main" val="11002908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1662</Words>
  <Application>Microsoft Office PowerPoint</Application>
  <PresentationFormat>Widescreen</PresentationFormat>
  <Paragraphs>128</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SimSun</vt:lpstr>
      <vt:lpstr>Aptos</vt:lpstr>
      <vt:lpstr>Aptos Display</vt:lpstr>
      <vt:lpstr>Arial</vt:lpstr>
      <vt:lpstr>Calibri</vt:lpstr>
      <vt:lpstr>Poppins</vt:lpstr>
      <vt:lpstr>PT Sans</vt:lpstr>
      <vt:lpstr>Times New Roman</vt:lpstr>
      <vt:lpstr>Office Theme</vt:lpstr>
      <vt:lpstr>CHATBOT USING RAG MODEL</vt:lpstr>
      <vt:lpstr>OVERVIEWOF PRESENTATION </vt:lpstr>
      <vt:lpstr>INTRODUCTION</vt:lpstr>
      <vt:lpstr>ABSTRACT</vt:lpstr>
      <vt:lpstr>ENHANCING DOCUMENT INTERACTION</vt:lpstr>
      <vt:lpstr>PROBLEM STATEMENT </vt:lpstr>
      <vt:lpstr>How RAG Model Solves the Problem</vt:lpstr>
      <vt:lpstr>ESSENTIAL CONCEPTS OF OUR PROJECT</vt:lpstr>
      <vt:lpstr> IMPLENTATION</vt:lpstr>
      <vt:lpstr>Project Development Planning and Analysis</vt:lpstr>
      <vt:lpstr>FUTURE SCOPE</vt:lpstr>
      <vt:lpstr>PowerPoint Presentation</vt:lpstr>
      <vt:lpstr>THANKING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CHATBOT USING RAG MODEL</dc:title>
  <dc:creator>Keshav</dc:creator>
  <cp:lastModifiedBy>2206223</cp:lastModifiedBy>
  <cp:revision>4</cp:revision>
  <dcterms:created xsi:type="dcterms:W3CDTF">2025-04-04T19:01:16Z</dcterms:created>
  <dcterms:modified xsi:type="dcterms:W3CDTF">2026-01-11T22:08:40Z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2025-04-04T20:18:12Z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bebd4cf5-ccb3-451f-b511-a54693b0494e</vt:lpwstr>
  </property>
  <property fmtid="{D5CDD505-2E9C-101B-9397-08002B2CF9AE}" pid="7" name="MSIP_Label_defa4170-0d19-0005-0004-bc88714345d2_ActionId">
    <vt:lpwstr>89bf64e5-681f-4f39-9221-86a5697f30d0</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